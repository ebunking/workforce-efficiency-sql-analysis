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8"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6ACDC-F323-49FA-A1D9-41CF00A0C602}" v="261" dt="2025-04-08T09:36:31.5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bunoluwa King-Okuneye" userId="2068aa62-200a-42a4-9b2b-e6f896f74b12" providerId="ADAL" clId="{6A16ACDC-F323-49FA-A1D9-41CF00A0C602}"/>
    <pc:docChg chg="undo custSel addSld delSld modSld">
      <pc:chgData name="Ebunoluwa King-Okuneye" userId="2068aa62-200a-42a4-9b2b-e6f896f74b12" providerId="ADAL" clId="{6A16ACDC-F323-49FA-A1D9-41CF00A0C602}" dt="2025-04-08T09:36:31.581" v="5826" actId="14100"/>
      <pc:docMkLst>
        <pc:docMk/>
      </pc:docMkLst>
      <pc:sldChg chg="addSp delSp modSp mod delDesignElem">
        <pc:chgData name="Ebunoluwa King-Okuneye" userId="2068aa62-200a-42a4-9b2b-e6f896f74b12" providerId="ADAL" clId="{6A16ACDC-F323-49FA-A1D9-41CF00A0C602}" dt="2025-04-02T10:44:26.746" v="4736" actId="26606"/>
        <pc:sldMkLst>
          <pc:docMk/>
          <pc:sldMk cId="3313634377" sldId="256"/>
        </pc:sldMkLst>
        <pc:spChg chg="mod">
          <ac:chgData name="Ebunoluwa King-Okuneye" userId="2068aa62-200a-42a4-9b2b-e6f896f74b12" providerId="ADAL" clId="{6A16ACDC-F323-49FA-A1D9-41CF00A0C602}" dt="2025-04-02T10:44:26.746" v="4736" actId="26606"/>
          <ac:spMkLst>
            <pc:docMk/>
            <pc:sldMk cId="3313634377" sldId="256"/>
            <ac:spMk id="3" creationId="{CBB812F1-ACBA-752A-0E89-FCFE08387740}"/>
          </ac:spMkLst>
        </pc:spChg>
        <pc:spChg chg="add">
          <ac:chgData name="Ebunoluwa King-Okuneye" userId="2068aa62-200a-42a4-9b2b-e6f896f74b12" providerId="ADAL" clId="{6A16ACDC-F323-49FA-A1D9-41CF00A0C602}" dt="2025-04-02T10:44:26.746" v="4736" actId="26606"/>
          <ac:spMkLst>
            <pc:docMk/>
            <pc:sldMk cId="3313634377" sldId="256"/>
            <ac:spMk id="23" creationId="{F5F0CD5C-72F3-4090-8A69-8E15CB432AC2}"/>
          </ac:spMkLst>
        </pc:spChg>
        <pc:spChg chg="add">
          <ac:chgData name="Ebunoluwa King-Okuneye" userId="2068aa62-200a-42a4-9b2b-e6f896f74b12" providerId="ADAL" clId="{6A16ACDC-F323-49FA-A1D9-41CF00A0C602}" dt="2025-04-02T10:44:26.746" v="4736" actId="26606"/>
          <ac:spMkLst>
            <pc:docMk/>
            <pc:sldMk cId="3313634377" sldId="256"/>
            <ac:spMk id="25" creationId="{217496A2-9394-4FB7-BA0E-717D2D2E7A43}"/>
          </ac:spMkLst>
        </pc:spChg>
        <pc:spChg chg="add">
          <ac:chgData name="Ebunoluwa King-Okuneye" userId="2068aa62-200a-42a4-9b2b-e6f896f74b12" providerId="ADAL" clId="{6A16ACDC-F323-49FA-A1D9-41CF00A0C602}" dt="2025-04-02T10:44:26.746" v="4736" actId="26606"/>
          <ac:spMkLst>
            <pc:docMk/>
            <pc:sldMk cId="3313634377" sldId="256"/>
            <ac:spMk id="31" creationId="{67374FB5-CBB7-46FF-95B5-2251BC6856ED}"/>
          </ac:spMkLst>
        </pc:spChg>
        <pc:spChg chg="add">
          <ac:chgData name="Ebunoluwa King-Okuneye" userId="2068aa62-200a-42a4-9b2b-e6f896f74b12" providerId="ADAL" clId="{6A16ACDC-F323-49FA-A1D9-41CF00A0C602}" dt="2025-04-02T10:44:26.746" v="4736" actId="26606"/>
          <ac:spMkLst>
            <pc:docMk/>
            <pc:sldMk cId="3313634377" sldId="256"/>
            <ac:spMk id="33" creationId="{34BCEAB7-D9E0-40A4-9254-8593BD346EAB}"/>
          </ac:spMkLst>
        </pc:spChg>
        <pc:spChg chg="add">
          <ac:chgData name="Ebunoluwa King-Okuneye" userId="2068aa62-200a-42a4-9b2b-e6f896f74b12" providerId="ADAL" clId="{6A16ACDC-F323-49FA-A1D9-41CF00A0C602}" dt="2025-04-02T10:44:26.746" v="4736" actId="26606"/>
          <ac:spMkLst>
            <pc:docMk/>
            <pc:sldMk cId="3313634377" sldId="256"/>
            <ac:spMk id="35" creationId="{D567A354-BB63-405C-8E5F-2F510E670F16}"/>
          </ac:spMkLst>
        </pc:spChg>
        <pc:spChg chg="add">
          <ac:chgData name="Ebunoluwa King-Okuneye" userId="2068aa62-200a-42a4-9b2b-e6f896f74b12" providerId="ADAL" clId="{6A16ACDC-F323-49FA-A1D9-41CF00A0C602}" dt="2025-04-02T10:44:26.746" v="4736" actId="26606"/>
          <ac:spMkLst>
            <pc:docMk/>
            <pc:sldMk cId="3313634377" sldId="256"/>
            <ac:spMk id="37" creationId="{9185A8D7-2F20-4F7A-97BE-21DB1654C7F7}"/>
          </ac:spMkLst>
        </pc:spChg>
        <pc:spChg chg="add">
          <ac:chgData name="Ebunoluwa King-Okuneye" userId="2068aa62-200a-42a4-9b2b-e6f896f74b12" providerId="ADAL" clId="{6A16ACDC-F323-49FA-A1D9-41CF00A0C602}" dt="2025-04-02T10:44:26.746" v="4736" actId="26606"/>
          <ac:spMkLst>
            <pc:docMk/>
            <pc:sldMk cId="3313634377" sldId="256"/>
            <ac:spMk id="39" creationId="{CB65BD56-22B3-4E13-BFCA-B8E8BEB92D6C}"/>
          </ac:spMkLst>
        </pc:spChg>
        <pc:spChg chg="add">
          <ac:chgData name="Ebunoluwa King-Okuneye" userId="2068aa62-200a-42a4-9b2b-e6f896f74b12" providerId="ADAL" clId="{6A16ACDC-F323-49FA-A1D9-41CF00A0C602}" dt="2025-04-02T10:44:26.746" v="4736" actId="26606"/>
          <ac:spMkLst>
            <pc:docMk/>
            <pc:sldMk cId="3313634377" sldId="256"/>
            <ac:spMk id="41" creationId="{6790ED68-BCA0-4247-A72F-1CB85DF068C3}"/>
          </ac:spMkLst>
        </pc:spChg>
        <pc:spChg chg="add">
          <ac:chgData name="Ebunoluwa King-Okuneye" userId="2068aa62-200a-42a4-9b2b-e6f896f74b12" providerId="ADAL" clId="{6A16ACDC-F323-49FA-A1D9-41CF00A0C602}" dt="2025-04-02T10:44:26.746" v="4736" actId="26606"/>
          <ac:spMkLst>
            <pc:docMk/>
            <pc:sldMk cId="3313634377" sldId="256"/>
            <ac:spMk id="43" creationId="{DD0F2B3F-DC55-4FA7-B667-1ACD07920937}"/>
          </ac:spMkLst>
        </pc:spChg>
      </pc:sldChg>
      <pc:sldChg chg="modSp mod">
        <pc:chgData name="Ebunoluwa King-Okuneye" userId="2068aa62-200a-42a4-9b2b-e6f896f74b12" providerId="ADAL" clId="{6A16ACDC-F323-49FA-A1D9-41CF00A0C602}" dt="2025-04-02T10:19:09.439" v="3483" actId="20577"/>
        <pc:sldMkLst>
          <pc:docMk/>
          <pc:sldMk cId="1947528717" sldId="258"/>
        </pc:sldMkLst>
        <pc:spChg chg="mod">
          <ac:chgData name="Ebunoluwa King-Okuneye" userId="2068aa62-200a-42a4-9b2b-e6f896f74b12" providerId="ADAL" clId="{6A16ACDC-F323-49FA-A1D9-41CF00A0C602}" dt="2025-03-24T14:02:05.825" v="114" actId="14100"/>
          <ac:spMkLst>
            <pc:docMk/>
            <pc:sldMk cId="1947528717" sldId="258"/>
            <ac:spMk id="2" creationId="{B500CDA9-874C-2FD5-A2F9-695AD81600D9}"/>
          </ac:spMkLst>
        </pc:spChg>
        <pc:spChg chg="mod">
          <ac:chgData name="Ebunoluwa King-Okuneye" userId="2068aa62-200a-42a4-9b2b-e6f896f74b12" providerId="ADAL" clId="{6A16ACDC-F323-49FA-A1D9-41CF00A0C602}" dt="2025-04-02T10:19:09.439" v="3483" actId="20577"/>
          <ac:spMkLst>
            <pc:docMk/>
            <pc:sldMk cId="1947528717" sldId="258"/>
            <ac:spMk id="3" creationId="{B62E17E8-BC90-10F8-D854-C0D13ECC2636}"/>
          </ac:spMkLst>
        </pc:spChg>
      </pc:sldChg>
      <pc:sldChg chg="modSp mod">
        <pc:chgData name="Ebunoluwa King-Okuneye" userId="2068aa62-200a-42a4-9b2b-e6f896f74b12" providerId="ADAL" clId="{6A16ACDC-F323-49FA-A1D9-41CF00A0C602}" dt="2025-04-02T10:49:16.828" v="4892"/>
        <pc:sldMkLst>
          <pc:docMk/>
          <pc:sldMk cId="3927479486" sldId="259"/>
        </pc:sldMkLst>
        <pc:spChg chg="mod">
          <ac:chgData name="Ebunoluwa King-Okuneye" userId="2068aa62-200a-42a4-9b2b-e6f896f74b12" providerId="ADAL" clId="{6A16ACDC-F323-49FA-A1D9-41CF00A0C602}" dt="2025-03-24T14:01:55.859" v="112" actId="14100"/>
          <ac:spMkLst>
            <pc:docMk/>
            <pc:sldMk cId="3927479486" sldId="259"/>
            <ac:spMk id="2" creationId="{6E424521-1551-C148-851D-1C552E8A6649}"/>
          </ac:spMkLst>
        </pc:spChg>
        <pc:spChg chg="mod">
          <ac:chgData name="Ebunoluwa King-Okuneye" userId="2068aa62-200a-42a4-9b2b-e6f896f74b12" providerId="ADAL" clId="{6A16ACDC-F323-49FA-A1D9-41CF00A0C602}" dt="2025-04-02T10:49:16.828" v="4892"/>
          <ac:spMkLst>
            <pc:docMk/>
            <pc:sldMk cId="3927479486" sldId="259"/>
            <ac:spMk id="3" creationId="{2DB2292C-17BA-1B54-B25A-56FEBF2A0707}"/>
          </ac:spMkLst>
        </pc:spChg>
      </pc:sldChg>
      <pc:sldChg chg="modSp mod">
        <pc:chgData name="Ebunoluwa King-Okuneye" userId="2068aa62-200a-42a4-9b2b-e6f896f74b12" providerId="ADAL" clId="{6A16ACDC-F323-49FA-A1D9-41CF00A0C602}" dt="2025-03-24T14:01:45.427" v="110" actId="403"/>
        <pc:sldMkLst>
          <pc:docMk/>
          <pc:sldMk cId="3799070030" sldId="260"/>
        </pc:sldMkLst>
        <pc:spChg chg="mod">
          <ac:chgData name="Ebunoluwa King-Okuneye" userId="2068aa62-200a-42a4-9b2b-e6f896f74b12" providerId="ADAL" clId="{6A16ACDC-F323-49FA-A1D9-41CF00A0C602}" dt="2025-03-24T14:01:45.427" v="110" actId="403"/>
          <ac:spMkLst>
            <pc:docMk/>
            <pc:sldMk cId="3799070030" sldId="260"/>
            <ac:spMk id="2" creationId="{A132F663-C483-585E-EE2B-B0A8471CA823}"/>
          </ac:spMkLst>
        </pc:spChg>
      </pc:sldChg>
      <pc:sldChg chg="modSp mod">
        <pc:chgData name="Ebunoluwa King-Okuneye" userId="2068aa62-200a-42a4-9b2b-e6f896f74b12" providerId="ADAL" clId="{6A16ACDC-F323-49FA-A1D9-41CF00A0C602}" dt="2025-04-02T10:42:02.551" v="4708"/>
        <pc:sldMkLst>
          <pc:docMk/>
          <pc:sldMk cId="2619428084" sldId="261"/>
        </pc:sldMkLst>
        <pc:spChg chg="mod">
          <ac:chgData name="Ebunoluwa King-Okuneye" userId="2068aa62-200a-42a4-9b2b-e6f896f74b12" providerId="ADAL" clId="{6A16ACDC-F323-49FA-A1D9-41CF00A0C602}" dt="2025-03-24T14:01:36.576" v="108" actId="403"/>
          <ac:spMkLst>
            <pc:docMk/>
            <pc:sldMk cId="2619428084" sldId="261"/>
            <ac:spMk id="8" creationId="{27E25640-BCFF-9A31-4ABE-5CE9A7CE8205}"/>
          </ac:spMkLst>
        </pc:spChg>
        <pc:picChg chg="mod">
          <ac:chgData name="Ebunoluwa King-Okuneye" userId="2068aa62-200a-42a4-9b2b-e6f896f74b12" providerId="ADAL" clId="{6A16ACDC-F323-49FA-A1D9-41CF00A0C602}" dt="2025-04-02T10:42:02.551" v="4708"/>
          <ac:picMkLst>
            <pc:docMk/>
            <pc:sldMk cId="2619428084" sldId="261"/>
            <ac:picMk id="7" creationId="{94816187-02E2-2095-728A-48D2FAFB72C0}"/>
          </ac:picMkLst>
        </pc:picChg>
      </pc:sldChg>
      <pc:sldChg chg="addSp delSp modSp new mod">
        <pc:chgData name="Ebunoluwa King-Okuneye" userId="2068aa62-200a-42a4-9b2b-e6f896f74b12" providerId="ADAL" clId="{6A16ACDC-F323-49FA-A1D9-41CF00A0C602}" dt="2025-03-24T14:02:32.115" v="116" actId="14100"/>
        <pc:sldMkLst>
          <pc:docMk/>
          <pc:sldMk cId="695422879" sldId="262"/>
        </pc:sldMkLst>
        <pc:spChg chg="mod">
          <ac:chgData name="Ebunoluwa King-Okuneye" userId="2068aa62-200a-42a4-9b2b-e6f896f74b12" providerId="ADAL" clId="{6A16ACDC-F323-49FA-A1D9-41CF00A0C602}" dt="2025-03-24T14:02:32.115" v="116" actId="14100"/>
          <ac:spMkLst>
            <pc:docMk/>
            <pc:sldMk cId="695422879" sldId="262"/>
            <ac:spMk id="2" creationId="{60AC8022-1EC2-3CA2-419E-970A14994D18}"/>
          </ac:spMkLst>
        </pc:spChg>
        <pc:picChg chg="add mod">
          <ac:chgData name="Ebunoluwa King-Okuneye" userId="2068aa62-200a-42a4-9b2b-e6f896f74b12" providerId="ADAL" clId="{6A16ACDC-F323-49FA-A1D9-41CF00A0C602}" dt="2025-03-24T13:56:57.805" v="50" actId="14100"/>
          <ac:picMkLst>
            <pc:docMk/>
            <pc:sldMk cId="695422879" sldId="262"/>
            <ac:picMk id="6" creationId="{9D4765BA-5CD4-39AD-1A7A-BDC7384AFD97}"/>
          </ac:picMkLst>
        </pc:picChg>
        <pc:picChg chg="add mod">
          <ac:chgData name="Ebunoluwa King-Okuneye" userId="2068aa62-200a-42a4-9b2b-e6f896f74b12" providerId="ADAL" clId="{6A16ACDC-F323-49FA-A1D9-41CF00A0C602}" dt="2025-03-24T13:57:13.463" v="54" actId="14100"/>
          <ac:picMkLst>
            <pc:docMk/>
            <pc:sldMk cId="695422879" sldId="262"/>
            <ac:picMk id="8" creationId="{04B9F0A9-A894-31BC-BF47-F803C115D88A}"/>
          </ac:picMkLst>
        </pc:picChg>
        <pc:picChg chg="add mod">
          <ac:chgData name="Ebunoluwa King-Okuneye" userId="2068aa62-200a-42a4-9b2b-e6f896f74b12" providerId="ADAL" clId="{6A16ACDC-F323-49FA-A1D9-41CF00A0C602}" dt="2025-03-24T13:59:21.162" v="67" actId="1076"/>
          <ac:picMkLst>
            <pc:docMk/>
            <pc:sldMk cId="695422879" sldId="262"/>
            <ac:picMk id="10" creationId="{08ED27E4-43C6-5A11-3500-C43764900C21}"/>
          </ac:picMkLst>
        </pc:picChg>
        <pc:picChg chg="add mod">
          <ac:chgData name="Ebunoluwa King-Okuneye" userId="2068aa62-200a-42a4-9b2b-e6f896f74b12" providerId="ADAL" clId="{6A16ACDC-F323-49FA-A1D9-41CF00A0C602}" dt="2025-03-24T13:59:29.155" v="69" actId="14100"/>
          <ac:picMkLst>
            <pc:docMk/>
            <pc:sldMk cId="695422879" sldId="262"/>
            <ac:picMk id="12" creationId="{B3384254-A08A-5BF5-73A5-25F369B5D74D}"/>
          </ac:picMkLst>
        </pc:picChg>
        <pc:picChg chg="add mod">
          <ac:chgData name="Ebunoluwa King-Okuneye" userId="2068aa62-200a-42a4-9b2b-e6f896f74b12" providerId="ADAL" clId="{6A16ACDC-F323-49FA-A1D9-41CF00A0C602}" dt="2025-03-24T13:58:10.033" v="60" actId="14100"/>
          <ac:picMkLst>
            <pc:docMk/>
            <pc:sldMk cId="695422879" sldId="262"/>
            <ac:picMk id="14" creationId="{03C717D5-C937-0A17-8985-8D00E21B844D}"/>
          </ac:picMkLst>
        </pc:picChg>
        <pc:picChg chg="add mod">
          <ac:chgData name="Ebunoluwa King-Okuneye" userId="2068aa62-200a-42a4-9b2b-e6f896f74b12" providerId="ADAL" clId="{6A16ACDC-F323-49FA-A1D9-41CF00A0C602}" dt="2025-03-24T13:59:11.217" v="65" actId="14100"/>
          <ac:picMkLst>
            <pc:docMk/>
            <pc:sldMk cId="695422879" sldId="262"/>
            <ac:picMk id="16" creationId="{7CB4DF78-FBE8-079B-F4B4-6C79A8EA3214}"/>
          </ac:picMkLst>
        </pc:picChg>
      </pc:sldChg>
      <pc:sldChg chg="modSp new mod">
        <pc:chgData name="Ebunoluwa King-Okuneye" userId="2068aa62-200a-42a4-9b2b-e6f896f74b12" providerId="ADAL" clId="{6A16ACDC-F323-49FA-A1D9-41CF00A0C602}" dt="2025-04-02T10:42:44.899" v="4724"/>
        <pc:sldMkLst>
          <pc:docMk/>
          <pc:sldMk cId="4196544083" sldId="263"/>
        </pc:sldMkLst>
        <pc:spChg chg="mod">
          <ac:chgData name="Ebunoluwa King-Okuneye" userId="2068aa62-200a-42a4-9b2b-e6f896f74b12" providerId="ADAL" clId="{6A16ACDC-F323-49FA-A1D9-41CF00A0C602}" dt="2025-03-24T14:02:50.050" v="119" actId="14100"/>
          <ac:spMkLst>
            <pc:docMk/>
            <pc:sldMk cId="4196544083" sldId="263"/>
            <ac:spMk id="2" creationId="{3281C2B0-9B3E-C94D-8058-3F0545D531AF}"/>
          </ac:spMkLst>
        </pc:spChg>
        <pc:spChg chg="mod">
          <ac:chgData name="Ebunoluwa King-Okuneye" userId="2068aa62-200a-42a4-9b2b-e6f896f74b12" providerId="ADAL" clId="{6A16ACDC-F323-49FA-A1D9-41CF00A0C602}" dt="2025-04-02T10:42:44.899" v="4724"/>
          <ac:spMkLst>
            <pc:docMk/>
            <pc:sldMk cId="4196544083" sldId="263"/>
            <ac:spMk id="3" creationId="{832E98DF-5481-4744-0A88-6FF9ECEDD8F7}"/>
          </ac:spMkLst>
        </pc:spChg>
      </pc:sldChg>
      <pc:sldChg chg="addSp delSp modSp new mod">
        <pc:chgData name="Ebunoluwa King-Okuneye" userId="2068aa62-200a-42a4-9b2b-e6f896f74b12" providerId="ADAL" clId="{6A16ACDC-F323-49FA-A1D9-41CF00A0C602}" dt="2025-03-27T12:12:07.268" v="1465" actId="14100"/>
        <pc:sldMkLst>
          <pc:docMk/>
          <pc:sldMk cId="3234778628" sldId="264"/>
        </pc:sldMkLst>
        <pc:spChg chg="mod">
          <ac:chgData name="Ebunoluwa King-Okuneye" userId="2068aa62-200a-42a4-9b2b-e6f896f74b12" providerId="ADAL" clId="{6A16ACDC-F323-49FA-A1D9-41CF00A0C602}" dt="2025-03-26T14:47:10.913" v="700" actId="14100"/>
          <ac:spMkLst>
            <pc:docMk/>
            <pc:sldMk cId="3234778628" sldId="264"/>
            <ac:spMk id="2" creationId="{6669B151-02EB-AB37-1058-997D1FD61E20}"/>
          </ac:spMkLst>
        </pc:spChg>
        <pc:picChg chg="add mod">
          <ac:chgData name="Ebunoluwa King-Okuneye" userId="2068aa62-200a-42a4-9b2b-e6f896f74b12" providerId="ADAL" clId="{6A16ACDC-F323-49FA-A1D9-41CF00A0C602}" dt="2025-03-27T12:12:07.268" v="1465" actId="14100"/>
          <ac:picMkLst>
            <pc:docMk/>
            <pc:sldMk cId="3234778628" sldId="264"/>
            <ac:picMk id="6" creationId="{F2971089-34B9-FA8D-1EB9-95813FD36630}"/>
          </ac:picMkLst>
        </pc:picChg>
      </pc:sldChg>
      <pc:sldChg chg="addSp delSp modSp new mod">
        <pc:chgData name="Ebunoluwa King-Okuneye" userId="2068aa62-200a-42a4-9b2b-e6f896f74b12" providerId="ADAL" clId="{6A16ACDC-F323-49FA-A1D9-41CF00A0C602}" dt="2025-03-27T15:15:18.899" v="3043" actId="207"/>
        <pc:sldMkLst>
          <pc:docMk/>
          <pc:sldMk cId="2059520401" sldId="265"/>
        </pc:sldMkLst>
        <pc:spChg chg="mod">
          <ac:chgData name="Ebunoluwa King-Okuneye" userId="2068aa62-200a-42a4-9b2b-e6f896f74b12" providerId="ADAL" clId="{6A16ACDC-F323-49FA-A1D9-41CF00A0C602}" dt="2025-03-26T15:07:34.833" v="986" actId="14100"/>
          <ac:spMkLst>
            <pc:docMk/>
            <pc:sldMk cId="2059520401" sldId="265"/>
            <ac:spMk id="2" creationId="{47B4A6C8-8B31-A130-38A3-D6602A03A433}"/>
          </ac:spMkLst>
        </pc:spChg>
        <pc:spChg chg="add del mod">
          <ac:chgData name="Ebunoluwa King-Okuneye" userId="2068aa62-200a-42a4-9b2b-e6f896f74b12" providerId="ADAL" clId="{6A16ACDC-F323-49FA-A1D9-41CF00A0C602}" dt="2025-03-26T15:35:46.327" v="1397" actId="207"/>
          <ac:spMkLst>
            <pc:docMk/>
            <pc:sldMk cId="2059520401" sldId="265"/>
            <ac:spMk id="3" creationId="{9E0CA9B5-BCA2-EF80-3EFB-3F0B92FC84F4}"/>
          </ac:spMkLst>
        </pc:spChg>
        <pc:spChg chg="add mod">
          <ac:chgData name="Ebunoluwa King-Okuneye" userId="2068aa62-200a-42a4-9b2b-e6f896f74b12" providerId="ADAL" clId="{6A16ACDC-F323-49FA-A1D9-41CF00A0C602}" dt="2025-03-27T15:15:00.660" v="3041" actId="207"/>
          <ac:spMkLst>
            <pc:docMk/>
            <pc:sldMk cId="2059520401" sldId="265"/>
            <ac:spMk id="7" creationId="{493E7DF8-1A15-7D05-C4CE-4F8B77C51285}"/>
          </ac:spMkLst>
        </pc:spChg>
        <pc:spChg chg="add mod">
          <ac:chgData name="Ebunoluwa King-Okuneye" userId="2068aa62-200a-42a4-9b2b-e6f896f74b12" providerId="ADAL" clId="{6A16ACDC-F323-49FA-A1D9-41CF00A0C602}" dt="2025-03-27T15:15:18.899" v="3043" actId="207"/>
          <ac:spMkLst>
            <pc:docMk/>
            <pc:sldMk cId="2059520401" sldId="265"/>
            <ac:spMk id="12" creationId="{7674A62D-A550-17AC-173B-B913F662EBE4}"/>
          </ac:spMkLst>
        </pc:spChg>
        <pc:picChg chg="add mod">
          <ac:chgData name="Ebunoluwa King-Okuneye" userId="2068aa62-200a-42a4-9b2b-e6f896f74b12" providerId="ADAL" clId="{6A16ACDC-F323-49FA-A1D9-41CF00A0C602}" dt="2025-03-27T14:14:53.603" v="2048" actId="14100"/>
          <ac:picMkLst>
            <pc:docMk/>
            <pc:sldMk cId="2059520401" sldId="265"/>
            <ac:picMk id="8" creationId="{FADCD555-372D-9DCF-BC26-EF4B3DB34CEB}"/>
          </ac:picMkLst>
        </pc:picChg>
        <pc:picChg chg="add mod">
          <ac:chgData name="Ebunoluwa King-Okuneye" userId="2068aa62-200a-42a4-9b2b-e6f896f74b12" providerId="ADAL" clId="{6A16ACDC-F323-49FA-A1D9-41CF00A0C602}" dt="2025-03-27T14:14:40.777" v="2045" actId="14100"/>
          <ac:picMkLst>
            <pc:docMk/>
            <pc:sldMk cId="2059520401" sldId="265"/>
            <ac:picMk id="10" creationId="{E2695C08-567E-D2E2-6921-8B99AA657500}"/>
          </ac:picMkLst>
        </pc:picChg>
      </pc:sldChg>
      <pc:sldChg chg="addSp delSp modSp new mod">
        <pc:chgData name="Ebunoluwa King-Okuneye" userId="2068aa62-200a-42a4-9b2b-e6f896f74b12" providerId="ADAL" clId="{6A16ACDC-F323-49FA-A1D9-41CF00A0C602}" dt="2025-04-08T09:35:28.290" v="5818" actId="14100"/>
        <pc:sldMkLst>
          <pc:docMk/>
          <pc:sldMk cId="3603708539" sldId="266"/>
        </pc:sldMkLst>
        <pc:spChg chg="mod">
          <ac:chgData name="Ebunoluwa King-Okuneye" userId="2068aa62-200a-42a4-9b2b-e6f896f74b12" providerId="ADAL" clId="{6A16ACDC-F323-49FA-A1D9-41CF00A0C602}" dt="2025-03-26T15:08:46.809" v="994" actId="27636"/>
          <ac:spMkLst>
            <pc:docMk/>
            <pc:sldMk cId="3603708539" sldId="266"/>
            <ac:spMk id="2" creationId="{2416E7A5-2C7E-879A-FAEF-53CBF759B321}"/>
          </ac:spMkLst>
        </pc:spChg>
        <pc:spChg chg="mod">
          <ac:chgData name="Ebunoluwa King-Okuneye" userId="2068aa62-200a-42a4-9b2b-e6f896f74b12" providerId="ADAL" clId="{6A16ACDC-F323-49FA-A1D9-41CF00A0C602}" dt="2025-04-02T10:42:11.355" v="4717" actId="27636"/>
          <ac:spMkLst>
            <pc:docMk/>
            <pc:sldMk cId="3603708539" sldId="266"/>
            <ac:spMk id="3" creationId="{E0B2DA9E-305B-92FF-2585-1F224D7C8433}"/>
          </ac:spMkLst>
        </pc:spChg>
        <pc:spChg chg="mod">
          <ac:chgData name="Ebunoluwa King-Okuneye" userId="2068aa62-200a-42a4-9b2b-e6f896f74b12" providerId="ADAL" clId="{6A16ACDC-F323-49FA-A1D9-41CF00A0C602}" dt="2025-04-08T09:35:28.290" v="5818" actId="14100"/>
          <ac:spMkLst>
            <pc:docMk/>
            <pc:sldMk cId="3603708539" sldId="266"/>
            <ac:spMk id="7" creationId="{56FCF00B-77A2-F235-8FD8-50E84B7A5BB9}"/>
          </ac:spMkLst>
        </pc:spChg>
        <pc:spChg chg="mod">
          <ac:chgData name="Ebunoluwa King-Okuneye" userId="2068aa62-200a-42a4-9b2b-e6f896f74b12" providerId="ADAL" clId="{6A16ACDC-F323-49FA-A1D9-41CF00A0C602}" dt="2025-04-08T09:34:43.301" v="5815" actId="20577"/>
          <ac:spMkLst>
            <pc:docMk/>
            <pc:sldMk cId="3603708539" sldId="266"/>
            <ac:spMk id="11" creationId="{046F1E2F-B911-3624-123E-657376519693}"/>
          </ac:spMkLst>
        </pc:spChg>
        <pc:spChg chg="mod">
          <ac:chgData name="Ebunoluwa King-Okuneye" userId="2068aa62-200a-42a4-9b2b-e6f896f74b12" providerId="ADAL" clId="{6A16ACDC-F323-49FA-A1D9-41CF00A0C602}" dt="2025-04-08T09:35:28.290" v="5818" actId="14100"/>
          <ac:spMkLst>
            <pc:docMk/>
            <pc:sldMk cId="3603708539" sldId="266"/>
            <ac:spMk id="13" creationId="{089EE7DA-2624-BDC5-98F1-C4CE3EA35356}"/>
          </ac:spMkLst>
        </pc:spChg>
        <pc:spChg chg="add mod">
          <ac:chgData name="Ebunoluwa King-Okuneye" userId="2068aa62-200a-42a4-9b2b-e6f896f74b12" providerId="ADAL" clId="{6A16ACDC-F323-49FA-A1D9-41CF00A0C602}" dt="2025-04-08T09:34:40.881" v="5814" actId="338"/>
          <ac:spMkLst>
            <pc:docMk/>
            <pc:sldMk cId="3603708539" sldId="266"/>
            <ac:spMk id="14" creationId="{3F56B367-47E4-AF89-D453-2095C4199A65}"/>
          </ac:spMkLst>
        </pc:spChg>
        <pc:spChg chg="add mod">
          <ac:chgData name="Ebunoluwa King-Okuneye" userId="2068aa62-200a-42a4-9b2b-e6f896f74b12" providerId="ADAL" clId="{6A16ACDC-F323-49FA-A1D9-41CF00A0C602}" dt="2025-04-08T09:32:31.320" v="5801" actId="20577"/>
          <ac:spMkLst>
            <pc:docMk/>
            <pc:sldMk cId="3603708539" sldId="266"/>
            <ac:spMk id="15" creationId="{14EA898E-70D0-8DFF-C026-140F49221083}"/>
          </ac:spMkLst>
        </pc:spChg>
        <pc:spChg chg="add mod">
          <ac:chgData name="Ebunoluwa King-Okuneye" userId="2068aa62-200a-42a4-9b2b-e6f896f74b12" providerId="ADAL" clId="{6A16ACDC-F323-49FA-A1D9-41CF00A0C602}" dt="2025-04-08T09:34:40.881" v="5814" actId="338"/>
          <ac:spMkLst>
            <pc:docMk/>
            <pc:sldMk cId="3603708539" sldId="266"/>
            <ac:spMk id="16" creationId="{0F62C171-B242-DB73-AB72-E3E63F053BA0}"/>
          </ac:spMkLst>
        </pc:spChg>
        <pc:spChg chg="add mod">
          <ac:chgData name="Ebunoluwa King-Okuneye" userId="2068aa62-200a-42a4-9b2b-e6f896f74b12" providerId="ADAL" clId="{6A16ACDC-F323-49FA-A1D9-41CF00A0C602}" dt="2025-03-27T15:16:29.462" v="3056" actId="207"/>
          <ac:spMkLst>
            <pc:docMk/>
            <pc:sldMk cId="3603708539" sldId="266"/>
            <ac:spMk id="17" creationId="{50A7835A-CCD6-1694-37AE-572E8A34D41A}"/>
          </ac:spMkLst>
        </pc:spChg>
        <pc:spChg chg="mod">
          <ac:chgData name="Ebunoluwa King-Okuneye" userId="2068aa62-200a-42a4-9b2b-e6f896f74b12" providerId="ADAL" clId="{6A16ACDC-F323-49FA-A1D9-41CF00A0C602}" dt="2025-04-08T09:35:28.290" v="5818" actId="14100"/>
          <ac:spMkLst>
            <pc:docMk/>
            <pc:sldMk cId="3603708539" sldId="266"/>
            <ac:spMk id="19" creationId="{2B275CA7-3498-C367-9FA1-3B5715FE51F3}"/>
          </ac:spMkLst>
        </pc:spChg>
        <pc:spChg chg="mod">
          <ac:chgData name="Ebunoluwa King-Okuneye" userId="2068aa62-200a-42a4-9b2b-e6f896f74b12" providerId="ADAL" clId="{6A16ACDC-F323-49FA-A1D9-41CF00A0C602}" dt="2025-04-08T09:35:28.290" v="5818" actId="14100"/>
          <ac:spMkLst>
            <pc:docMk/>
            <pc:sldMk cId="3603708539" sldId="266"/>
            <ac:spMk id="21" creationId="{DD601E0D-F0AA-3263-BD7F-C760C8FD875D}"/>
          </ac:spMkLst>
        </pc:spChg>
        <pc:spChg chg="mod">
          <ac:chgData name="Ebunoluwa King-Okuneye" userId="2068aa62-200a-42a4-9b2b-e6f896f74b12" providerId="ADAL" clId="{6A16ACDC-F323-49FA-A1D9-41CF00A0C602}" dt="2025-04-08T09:35:28.290" v="5818" actId="14100"/>
          <ac:spMkLst>
            <pc:docMk/>
            <pc:sldMk cId="3603708539" sldId="266"/>
            <ac:spMk id="25" creationId="{CE725606-8A25-6830-EC41-E78550971116}"/>
          </ac:spMkLst>
        </pc:spChg>
        <pc:spChg chg="mod">
          <ac:chgData name="Ebunoluwa King-Okuneye" userId="2068aa62-200a-42a4-9b2b-e6f896f74b12" providerId="ADAL" clId="{6A16ACDC-F323-49FA-A1D9-41CF00A0C602}" dt="2025-04-08T09:35:28.290" v="5818" actId="14100"/>
          <ac:spMkLst>
            <pc:docMk/>
            <pc:sldMk cId="3603708539" sldId="266"/>
            <ac:spMk id="26" creationId="{F9317BEB-394B-E15F-720D-DF84112387B1}"/>
          </ac:spMkLst>
        </pc:spChg>
        <pc:spChg chg="mod">
          <ac:chgData name="Ebunoluwa King-Okuneye" userId="2068aa62-200a-42a4-9b2b-e6f896f74b12" providerId="ADAL" clId="{6A16ACDC-F323-49FA-A1D9-41CF00A0C602}" dt="2025-04-08T09:35:28.290" v="5818" actId="14100"/>
          <ac:spMkLst>
            <pc:docMk/>
            <pc:sldMk cId="3603708539" sldId="266"/>
            <ac:spMk id="29" creationId="{72B6A41E-C282-CD2D-D109-8E8A798D288D}"/>
          </ac:spMkLst>
        </pc:spChg>
        <pc:spChg chg="mod">
          <ac:chgData name="Ebunoluwa King-Okuneye" userId="2068aa62-200a-42a4-9b2b-e6f896f74b12" providerId="ADAL" clId="{6A16ACDC-F323-49FA-A1D9-41CF00A0C602}" dt="2025-04-08T09:35:28.290" v="5818" actId="14100"/>
          <ac:spMkLst>
            <pc:docMk/>
            <pc:sldMk cId="3603708539" sldId="266"/>
            <ac:spMk id="30" creationId="{CCD704EA-21B5-4458-1160-FDCDAC7417CA}"/>
          </ac:spMkLst>
        </pc:spChg>
        <pc:spChg chg="mod">
          <ac:chgData name="Ebunoluwa King-Okuneye" userId="2068aa62-200a-42a4-9b2b-e6f896f74b12" providerId="ADAL" clId="{6A16ACDC-F323-49FA-A1D9-41CF00A0C602}" dt="2025-04-08T09:35:28.290" v="5818" actId="14100"/>
          <ac:spMkLst>
            <pc:docMk/>
            <pc:sldMk cId="3603708539" sldId="266"/>
            <ac:spMk id="34" creationId="{6DB404F7-0270-DFD7-5FEF-F501F44A4D67}"/>
          </ac:spMkLst>
        </pc:spChg>
        <pc:spChg chg="mod">
          <ac:chgData name="Ebunoluwa King-Okuneye" userId="2068aa62-200a-42a4-9b2b-e6f896f74b12" providerId="ADAL" clId="{6A16ACDC-F323-49FA-A1D9-41CF00A0C602}" dt="2025-04-08T09:35:28.290" v="5818" actId="14100"/>
          <ac:spMkLst>
            <pc:docMk/>
            <pc:sldMk cId="3603708539" sldId="266"/>
            <ac:spMk id="38" creationId="{78CE47B3-DFC9-7CD9-13FE-E134DEB3FF24}"/>
          </ac:spMkLst>
        </pc:spChg>
        <pc:picChg chg="add mod">
          <ac:chgData name="Ebunoluwa King-Okuneye" userId="2068aa62-200a-42a4-9b2b-e6f896f74b12" providerId="ADAL" clId="{6A16ACDC-F323-49FA-A1D9-41CF00A0C602}" dt="2025-03-27T14:08:17.231" v="2013" actId="14100"/>
          <ac:picMkLst>
            <pc:docMk/>
            <pc:sldMk cId="3603708539" sldId="266"/>
            <ac:picMk id="9" creationId="{E7411198-93F3-BC0D-5D08-F80E5B88D46C}"/>
          </ac:picMkLst>
        </pc:picChg>
        <pc:picChg chg="add mod">
          <ac:chgData name="Ebunoluwa King-Okuneye" userId="2068aa62-200a-42a4-9b2b-e6f896f74b12" providerId="ADAL" clId="{6A16ACDC-F323-49FA-A1D9-41CF00A0C602}" dt="2025-03-27T14:08:03.667" v="2009" actId="14100"/>
          <ac:picMkLst>
            <pc:docMk/>
            <pc:sldMk cId="3603708539" sldId="266"/>
            <ac:picMk id="10" creationId="{DC176E22-6B95-7FEA-8737-614836137F44}"/>
          </ac:picMkLst>
        </pc:picChg>
        <pc:picChg chg="add mod">
          <ac:chgData name="Ebunoluwa King-Okuneye" userId="2068aa62-200a-42a4-9b2b-e6f896f74b12" providerId="ADAL" clId="{6A16ACDC-F323-49FA-A1D9-41CF00A0C602}" dt="2025-03-27T14:06:37.585" v="1999" actId="14100"/>
          <ac:picMkLst>
            <pc:docMk/>
            <pc:sldMk cId="3603708539" sldId="266"/>
            <ac:picMk id="12" creationId="{8CA8328D-BFCA-A449-C2E9-89AB03B42E0F}"/>
          </ac:picMkLst>
        </pc:picChg>
        <pc:picChg chg="add mod">
          <ac:chgData name="Ebunoluwa King-Okuneye" userId="2068aa62-200a-42a4-9b2b-e6f896f74b12" providerId="ADAL" clId="{6A16ACDC-F323-49FA-A1D9-41CF00A0C602}" dt="2025-03-27T14:08:12.067" v="2012" actId="14100"/>
          <ac:picMkLst>
            <pc:docMk/>
            <pc:sldMk cId="3603708539" sldId="266"/>
            <ac:picMk id="18" creationId="{47DA8B88-7CD2-3585-4437-23053C864A94}"/>
          </ac:picMkLst>
        </pc:picChg>
      </pc:sldChg>
      <pc:sldChg chg="addSp delSp modSp new mod">
        <pc:chgData name="Ebunoluwa King-Okuneye" userId="2068aa62-200a-42a4-9b2b-e6f896f74b12" providerId="ADAL" clId="{6A16ACDC-F323-49FA-A1D9-41CF00A0C602}" dt="2025-04-08T09:36:31.581" v="5826" actId="14100"/>
        <pc:sldMkLst>
          <pc:docMk/>
          <pc:sldMk cId="2337593165" sldId="267"/>
        </pc:sldMkLst>
        <pc:spChg chg="mod">
          <ac:chgData name="Ebunoluwa King-Okuneye" userId="2068aa62-200a-42a4-9b2b-e6f896f74b12" providerId="ADAL" clId="{6A16ACDC-F323-49FA-A1D9-41CF00A0C602}" dt="2025-03-27T13:46:05.896" v="1760" actId="14100"/>
          <ac:spMkLst>
            <pc:docMk/>
            <pc:sldMk cId="2337593165" sldId="267"/>
            <ac:spMk id="2" creationId="{5584BBF2-639D-A53E-ED38-627B948AE1E0}"/>
          </ac:spMkLst>
        </pc:spChg>
        <pc:spChg chg="mod">
          <ac:chgData name="Ebunoluwa King-Okuneye" userId="2068aa62-200a-42a4-9b2b-e6f896f74b12" providerId="ADAL" clId="{6A16ACDC-F323-49FA-A1D9-41CF00A0C602}" dt="2025-03-27T13:46:15.064" v="1761" actId="14100"/>
          <ac:spMkLst>
            <pc:docMk/>
            <pc:sldMk cId="2337593165" sldId="267"/>
            <ac:spMk id="3" creationId="{3D0EEB16-7B81-D30A-1571-3EFB8490BE13}"/>
          </ac:spMkLst>
        </pc:spChg>
        <pc:spChg chg="add mod">
          <ac:chgData name="Ebunoluwa King-Okuneye" userId="2068aa62-200a-42a4-9b2b-e6f896f74b12" providerId="ADAL" clId="{6A16ACDC-F323-49FA-A1D9-41CF00A0C602}" dt="2025-03-27T15:33:58.899" v="3300" actId="207"/>
          <ac:spMkLst>
            <pc:docMk/>
            <pc:sldMk cId="2337593165" sldId="267"/>
            <ac:spMk id="4" creationId="{5092AFC1-007B-6A5D-6ECC-8E965C6632D2}"/>
          </ac:spMkLst>
        </pc:spChg>
        <pc:spChg chg="add mod">
          <ac:chgData name="Ebunoluwa King-Okuneye" userId="2068aa62-200a-42a4-9b2b-e6f896f74b12" providerId="ADAL" clId="{6A16ACDC-F323-49FA-A1D9-41CF00A0C602}" dt="2025-04-08T09:33:42.930" v="5813" actId="20577"/>
          <ac:spMkLst>
            <pc:docMk/>
            <pc:sldMk cId="2337593165" sldId="267"/>
            <ac:spMk id="10" creationId="{56A4E42B-F59D-9E5B-E467-F47FFE279F09}"/>
          </ac:spMkLst>
        </pc:spChg>
        <pc:spChg chg="mod">
          <ac:chgData name="Ebunoluwa King-Okuneye" userId="2068aa62-200a-42a4-9b2b-e6f896f74b12" providerId="ADAL" clId="{6A16ACDC-F323-49FA-A1D9-41CF00A0C602}" dt="2025-04-08T09:35:52.179" v="5821" actId="14100"/>
          <ac:spMkLst>
            <pc:docMk/>
            <pc:sldMk cId="2337593165" sldId="267"/>
            <ac:spMk id="15" creationId="{09B8B2F5-9C4F-129B-9C0E-96EE07471C5B}"/>
          </ac:spMkLst>
        </pc:spChg>
        <pc:spChg chg="mod">
          <ac:chgData name="Ebunoluwa King-Okuneye" userId="2068aa62-200a-42a4-9b2b-e6f896f74b12" providerId="ADAL" clId="{6A16ACDC-F323-49FA-A1D9-41CF00A0C602}" dt="2025-04-08T09:36:31.581" v="5826" actId="14100"/>
          <ac:spMkLst>
            <pc:docMk/>
            <pc:sldMk cId="2337593165" sldId="267"/>
            <ac:spMk id="20" creationId="{6251DBB3-B639-DA1D-114D-701A3B63EB66}"/>
          </ac:spMkLst>
        </pc:spChg>
        <pc:spChg chg="mod">
          <ac:chgData name="Ebunoluwa King-Okuneye" userId="2068aa62-200a-42a4-9b2b-e6f896f74b12" providerId="ADAL" clId="{6A16ACDC-F323-49FA-A1D9-41CF00A0C602}" dt="2025-04-08T09:33:01.255" v="5804" actId="20577"/>
          <ac:spMkLst>
            <pc:docMk/>
            <pc:sldMk cId="2337593165" sldId="267"/>
            <ac:spMk id="21" creationId="{8A413A37-710E-C7B6-F820-B9E01AA2FF43}"/>
          </ac:spMkLst>
        </pc:spChg>
        <pc:spChg chg="mod">
          <ac:chgData name="Ebunoluwa King-Okuneye" userId="2068aa62-200a-42a4-9b2b-e6f896f74b12" providerId="ADAL" clId="{6A16ACDC-F323-49FA-A1D9-41CF00A0C602}" dt="2025-04-08T09:36:31.581" v="5826" actId="14100"/>
          <ac:spMkLst>
            <pc:docMk/>
            <pc:sldMk cId="2337593165" sldId="267"/>
            <ac:spMk id="22" creationId="{62594CAF-B93D-BD54-E8AC-983C3C075860}"/>
          </ac:spMkLst>
        </pc:spChg>
        <pc:spChg chg="mod">
          <ac:chgData name="Ebunoluwa King-Okuneye" userId="2068aa62-200a-42a4-9b2b-e6f896f74b12" providerId="ADAL" clId="{6A16ACDC-F323-49FA-A1D9-41CF00A0C602}" dt="2025-04-08T09:33:12.287" v="5805" actId="20577"/>
          <ac:spMkLst>
            <pc:docMk/>
            <pc:sldMk cId="2337593165" sldId="267"/>
            <ac:spMk id="23" creationId="{7FE39E96-9F43-B08A-3301-173364AEF9D4}"/>
          </ac:spMkLst>
        </pc:spChg>
        <pc:spChg chg="mod">
          <ac:chgData name="Ebunoluwa King-Okuneye" userId="2068aa62-200a-42a4-9b2b-e6f896f74b12" providerId="ADAL" clId="{6A16ACDC-F323-49FA-A1D9-41CF00A0C602}" dt="2025-04-08T09:33:18.584" v="5806" actId="20577"/>
          <ac:spMkLst>
            <pc:docMk/>
            <pc:sldMk cId="2337593165" sldId="267"/>
            <ac:spMk id="25" creationId="{9535A6B5-6CBA-9A16-6825-A7F83B1DD7E0}"/>
          </ac:spMkLst>
        </pc:spChg>
        <pc:spChg chg="mod">
          <ac:chgData name="Ebunoluwa King-Okuneye" userId="2068aa62-200a-42a4-9b2b-e6f896f74b12" providerId="ADAL" clId="{6A16ACDC-F323-49FA-A1D9-41CF00A0C602}" dt="2025-04-08T09:35:52.179" v="5821" actId="14100"/>
          <ac:spMkLst>
            <pc:docMk/>
            <pc:sldMk cId="2337593165" sldId="267"/>
            <ac:spMk id="26" creationId="{09E5AC31-3F18-DF11-D043-D921814A8F4A}"/>
          </ac:spMkLst>
        </pc:spChg>
        <pc:spChg chg="mod">
          <ac:chgData name="Ebunoluwa King-Okuneye" userId="2068aa62-200a-42a4-9b2b-e6f896f74b12" providerId="ADAL" clId="{6A16ACDC-F323-49FA-A1D9-41CF00A0C602}" dt="2025-04-08T09:33:21.608" v="5807" actId="20577"/>
          <ac:spMkLst>
            <pc:docMk/>
            <pc:sldMk cId="2337593165" sldId="267"/>
            <ac:spMk id="27" creationId="{1BD47298-D79B-D2E7-11A2-F2AFAA1CA5EE}"/>
          </ac:spMkLst>
        </pc:spChg>
        <pc:spChg chg="mod">
          <ac:chgData name="Ebunoluwa King-Okuneye" userId="2068aa62-200a-42a4-9b2b-e6f896f74b12" providerId="ADAL" clId="{6A16ACDC-F323-49FA-A1D9-41CF00A0C602}" dt="2025-04-08T09:35:52.179" v="5821" actId="14100"/>
          <ac:spMkLst>
            <pc:docMk/>
            <pc:sldMk cId="2337593165" sldId="267"/>
            <ac:spMk id="29" creationId="{C30419D9-85AC-207F-4764-A2E44F7453D0}"/>
          </ac:spMkLst>
        </pc:spChg>
        <pc:spChg chg="mod">
          <ac:chgData name="Ebunoluwa King-Okuneye" userId="2068aa62-200a-42a4-9b2b-e6f896f74b12" providerId="ADAL" clId="{6A16ACDC-F323-49FA-A1D9-41CF00A0C602}" dt="2025-04-08T09:35:52.179" v="5821" actId="14100"/>
          <ac:spMkLst>
            <pc:docMk/>
            <pc:sldMk cId="2337593165" sldId="267"/>
            <ac:spMk id="30" creationId="{D3D6A8FA-89F8-208C-7818-4513099693FF}"/>
          </ac:spMkLst>
        </pc:spChg>
        <pc:spChg chg="mod">
          <ac:chgData name="Ebunoluwa King-Okuneye" userId="2068aa62-200a-42a4-9b2b-e6f896f74b12" providerId="ADAL" clId="{6A16ACDC-F323-49FA-A1D9-41CF00A0C602}" dt="2025-04-08T09:35:52.179" v="5821" actId="14100"/>
          <ac:spMkLst>
            <pc:docMk/>
            <pc:sldMk cId="2337593165" sldId="267"/>
            <ac:spMk id="35" creationId="{A8391D3E-659C-121F-F52C-55E5A2B0B636}"/>
          </ac:spMkLst>
        </pc:spChg>
        <pc:spChg chg="mod">
          <ac:chgData name="Ebunoluwa King-Okuneye" userId="2068aa62-200a-42a4-9b2b-e6f896f74b12" providerId="ADAL" clId="{6A16ACDC-F323-49FA-A1D9-41CF00A0C602}" dt="2025-04-08T09:36:31.581" v="5826" actId="14100"/>
          <ac:spMkLst>
            <pc:docMk/>
            <pc:sldMk cId="2337593165" sldId="267"/>
            <ac:spMk id="37" creationId="{86023E92-A72D-9F95-9366-114377F8AD1A}"/>
          </ac:spMkLst>
        </pc:spChg>
        <pc:spChg chg="mod">
          <ac:chgData name="Ebunoluwa King-Okuneye" userId="2068aa62-200a-42a4-9b2b-e6f896f74b12" providerId="ADAL" clId="{6A16ACDC-F323-49FA-A1D9-41CF00A0C602}" dt="2025-04-08T09:36:31.581" v="5826" actId="14100"/>
          <ac:spMkLst>
            <pc:docMk/>
            <pc:sldMk cId="2337593165" sldId="267"/>
            <ac:spMk id="38" creationId="{124EAD2B-607C-503B-AD3E-F31FE5986C56}"/>
          </ac:spMkLst>
        </pc:spChg>
        <pc:spChg chg="mod">
          <ac:chgData name="Ebunoluwa King-Okuneye" userId="2068aa62-200a-42a4-9b2b-e6f896f74b12" providerId="ADAL" clId="{6A16ACDC-F323-49FA-A1D9-41CF00A0C602}" dt="2025-04-08T09:36:31.581" v="5826" actId="14100"/>
          <ac:spMkLst>
            <pc:docMk/>
            <pc:sldMk cId="2337593165" sldId="267"/>
            <ac:spMk id="42" creationId="{F57D16DC-CBC5-B541-9F76-09D2323EB4D7}"/>
          </ac:spMkLst>
        </pc:spChg>
        <pc:spChg chg="mod">
          <ac:chgData name="Ebunoluwa King-Okuneye" userId="2068aa62-200a-42a4-9b2b-e6f896f74b12" providerId="ADAL" clId="{6A16ACDC-F323-49FA-A1D9-41CF00A0C602}" dt="2025-04-08T09:36:31.581" v="5826" actId="14100"/>
          <ac:spMkLst>
            <pc:docMk/>
            <pc:sldMk cId="2337593165" sldId="267"/>
            <ac:spMk id="43" creationId="{78443E90-EC38-56FF-6291-8FB2D87E37ED}"/>
          </ac:spMkLst>
        </pc:spChg>
        <pc:spChg chg="mod">
          <ac:chgData name="Ebunoluwa King-Okuneye" userId="2068aa62-200a-42a4-9b2b-e6f896f74b12" providerId="ADAL" clId="{6A16ACDC-F323-49FA-A1D9-41CF00A0C602}" dt="2025-04-08T09:35:52.179" v="5821" actId="14100"/>
          <ac:spMkLst>
            <pc:docMk/>
            <pc:sldMk cId="2337593165" sldId="267"/>
            <ac:spMk id="49" creationId="{69DF69E2-BE61-4CEC-87A9-58DEB10C048C}"/>
          </ac:spMkLst>
        </pc:spChg>
        <pc:spChg chg="mod">
          <ac:chgData name="Ebunoluwa King-Okuneye" userId="2068aa62-200a-42a4-9b2b-e6f896f74b12" providerId="ADAL" clId="{6A16ACDC-F323-49FA-A1D9-41CF00A0C602}" dt="2025-04-08T09:35:52.179" v="5821" actId="14100"/>
          <ac:spMkLst>
            <pc:docMk/>
            <pc:sldMk cId="2337593165" sldId="267"/>
            <ac:spMk id="50" creationId="{4558CD69-9030-F836-4477-C94EE3EBFB0E}"/>
          </ac:spMkLst>
        </pc:spChg>
        <pc:spChg chg="mod">
          <ac:chgData name="Ebunoluwa King-Okuneye" userId="2068aa62-200a-42a4-9b2b-e6f896f74b12" providerId="ADAL" clId="{6A16ACDC-F323-49FA-A1D9-41CF00A0C602}" dt="2025-04-08T09:35:52.179" v="5821" actId="14100"/>
          <ac:spMkLst>
            <pc:docMk/>
            <pc:sldMk cId="2337593165" sldId="267"/>
            <ac:spMk id="52" creationId="{23413CE4-D4D9-B141-9090-5F05A30AAD35}"/>
          </ac:spMkLst>
        </pc:spChg>
        <pc:spChg chg="mod">
          <ac:chgData name="Ebunoluwa King-Okuneye" userId="2068aa62-200a-42a4-9b2b-e6f896f74b12" providerId="ADAL" clId="{6A16ACDC-F323-49FA-A1D9-41CF00A0C602}" dt="2025-04-08T09:36:31.581" v="5826" actId="14100"/>
          <ac:spMkLst>
            <pc:docMk/>
            <pc:sldMk cId="2337593165" sldId="267"/>
            <ac:spMk id="53" creationId="{49BB6AF4-C223-0CB6-0EA5-85DB4D07CA9C}"/>
          </ac:spMkLst>
        </pc:spChg>
        <pc:spChg chg="mod">
          <ac:chgData name="Ebunoluwa King-Okuneye" userId="2068aa62-200a-42a4-9b2b-e6f896f74b12" providerId="ADAL" clId="{6A16ACDC-F323-49FA-A1D9-41CF00A0C602}" dt="2025-04-08T09:36:31.581" v="5826" actId="14100"/>
          <ac:spMkLst>
            <pc:docMk/>
            <pc:sldMk cId="2337593165" sldId="267"/>
            <ac:spMk id="58" creationId="{F63C8013-EFCF-CB0D-3DD6-86931AC40892}"/>
          </ac:spMkLst>
        </pc:spChg>
        <pc:spChg chg="mod">
          <ac:chgData name="Ebunoluwa King-Okuneye" userId="2068aa62-200a-42a4-9b2b-e6f896f74b12" providerId="ADAL" clId="{6A16ACDC-F323-49FA-A1D9-41CF00A0C602}" dt="2025-04-08T09:35:52.179" v="5821" actId="14100"/>
          <ac:spMkLst>
            <pc:docMk/>
            <pc:sldMk cId="2337593165" sldId="267"/>
            <ac:spMk id="59" creationId="{7FE83406-9C29-1FF1-B268-592B2D931F59}"/>
          </ac:spMkLst>
        </pc:spChg>
        <pc:spChg chg="mod">
          <ac:chgData name="Ebunoluwa King-Okuneye" userId="2068aa62-200a-42a4-9b2b-e6f896f74b12" providerId="ADAL" clId="{6A16ACDC-F323-49FA-A1D9-41CF00A0C602}" dt="2025-04-08T09:36:31.581" v="5826" actId="14100"/>
          <ac:spMkLst>
            <pc:docMk/>
            <pc:sldMk cId="2337593165" sldId="267"/>
            <ac:spMk id="62" creationId="{79BD7BDC-C04E-BAC0-EA9E-5213DEB8A6B8}"/>
          </ac:spMkLst>
        </pc:spChg>
        <pc:spChg chg="mod">
          <ac:chgData name="Ebunoluwa King-Okuneye" userId="2068aa62-200a-42a4-9b2b-e6f896f74b12" providerId="ADAL" clId="{6A16ACDC-F323-49FA-A1D9-41CF00A0C602}" dt="2025-04-08T09:36:31.581" v="5826" actId="14100"/>
          <ac:spMkLst>
            <pc:docMk/>
            <pc:sldMk cId="2337593165" sldId="267"/>
            <ac:spMk id="70" creationId="{D130EF74-127E-9DBA-79FB-56EFDF526685}"/>
          </ac:spMkLst>
        </pc:spChg>
        <pc:picChg chg="add mod">
          <ac:chgData name="Ebunoluwa King-Okuneye" userId="2068aa62-200a-42a4-9b2b-e6f896f74b12" providerId="ADAL" clId="{6A16ACDC-F323-49FA-A1D9-41CF00A0C602}" dt="2025-04-08T09:32:41.412" v="5802" actId="34135"/>
          <ac:picMkLst>
            <pc:docMk/>
            <pc:sldMk cId="2337593165" sldId="267"/>
            <ac:picMk id="13" creationId="{928A2DF4-3373-2C0D-B1DC-15AAA5CBEA1A}"/>
          </ac:picMkLst>
        </pc:picChg>
        <pc:picChg chg="add mod">
          <ac:chgData name="Ebunoluwa King-Okuneye" userId="2068aa62-200a-42a4-9b2b-e6f896f74b12" providerId="ADAL" clId="{6A16ACDC-F323-49FA-A1D9-41CF00A0C602}" dt="2025-03-27T14:13:44.969" v="2037" actId="14100"/>
          <ac:picMkLst>
            <pc:docMk/>
            <pc:sldMk cId="2337593165" sldId="267"/>
            <ac:picMk id="14" creationId="{C3905EAF-AD6B-A884-48A9-3D6271A94AB4}"/>
          </ac:picMkLst>
        </pc:picChg>
      </pc:sldChg>
      <pc:sldChg chg="addSp delSp modSp new mod">
        <pc:chgData name="Ebunoluwa King-Okuneye" userId="2068aa62-200a-42a4-9b2b-e6f896f74b12" providerId="ADAL" clId="{6A16ACDC-F323-49FA-A1D9-41CF00A0C602}" dt="2025-04-02T10:45:52.558" v="4737" actId="14100"/>
        <pc:sldMkLst>
          <pc:docMk/>
          <pc:sldMk cId="80245136" sldId="268"/>
        </pc:sldMkLst>
        <pc:spChg chg="mod">
          <ac:chgData name="Ebunoluwa King-Okuneye" userId="2068aa62-200a-42a4-9b2b-e6f896f74b12" providerId="ADAL" clId="{6A16ACDC-F323-49FA-A1D9-41CF00A0C602}" dt="2025-03-27T14:30:40.841" v="2289" actId="14100"/>
          <ac:spMkLst>
            <pc:docMk/>
            <pc:sldMk cId="80245136" sldId="268"/>
            <ac:spMk id="2" creationId="{303E0B72-96F1-0A1F-4E85-42946890D084}"/>
          </ac:spMkLst>
        </pc:spChg>
        <pc:spChg chg="mod">
          <ac:chgData name="Ebunoluwa King-Okuneye" userId="2068aa62-200a-42a4-9b2b-e6f896f74b12" providerId="ADAL" clId="{6A16ACDC-F323-49FA-A1D9-41CF00A0C602}" dt="2025-03-27T14:36:10.758" v="2316" actId="14100"/>
          <ac:spMkLst>
            <pc:docMk/>
            <pc:sldMk cId="80245136" sldId="268"/>
            <ac:spMk id="3" creationId="{7BBF99F6-6E13-5D69-3909-3FB1D121EF7E}"/>
          </ac:spMkLst>
        </pc:spChg>
        <pc:spChg chg="add mod">
          <ac:chgData name="Ebunoluwa King-Okuneye" userId="2068aa62-200a-42a4-9b2b-e6f896f74b12" providerId="ADAL" clId="{6A16ACDC-F323-49FA-A1D9-41CF00A0C602}" dt="2025-03-27T15:35:40.353" v="3319" actId="207"/>
          <ac:spMkLst>
            <pc:docMk/>
            <pc:sldMk cId="80245136" sldId="268"/>
            <ac:spMk id="8" creationId="{96A4E3DD-6D82-A519-3EF0-E6BACBE4C8C1}"/>
          </ac:spMkLst>
        </pc:spChg>
        <pc:spChg chg="add mod">
          <ac:chgData name="Ebunoluwa King-Okuneye" userId="2068aa62-200a-42a4-9b2b-e6f896f74b12" providerId="ADAL" clId="{6A16ACDC-F323-49FA-A1D9-41CF00A0C602}" dt="2025-04-02T10:45:52.558" v="4737" actId="14100"/>
          <ac:spMkLst>
            <pc:docMk/>
            <pc:sldMk cId="80245136" sldId="268"/>
            <ac:spMk id="10" creationId="{53D82564-7BDD-8491-354E-4B8D68B355DE}"/>
          </ac:spMkLst>
        </pc:spChg>
        <pc:picChg chg="add mod">
          <ac:chgData name="Ebunoluwa King-Okuneye" userId="2068aa62-200a-42a4-9b2b-e6f896f74b12" providerId="ADAL" clId="{6A16ACDC-F323-49FA-A1D9-41CF00A0C602}" dt="2025-03-27T14:34:42.808" v="2309" actId="1076"/>
          <ac:picMkLst>
            <pc:docMk/>
            <pc:sldMk cId="80245136" sldId="268"/>
            <ac:picMk id="7" creationId="{A9D566B9-29D9-B2FF-B95C-983BDC75D8D9}"/>
          </ac:picMkLst>
        </pc:picChg>
        <pc:picChg chg="add mod">
          <ac:chgData name="Ebunoluwa King-Okuneye" userId="2068aa62-200a-42a4-9b2b-e6f896f74b12" providerId="ADAL" clId="{6A16ACDC-F323-49FA-A1D9-41CF00A0C602}" dt="2025-03-27T14:35:46.538" v="2315" actId="14100"/>
          <ac:picMkLst>
            <pc:docMk/>
            <pc:sldMk cId="80245136" sldId="268"/>
            <ac:picMk id="9" creationId="{C6709DE2-52D6-4278-0FA5-A71B38708513}"/>
          </ac:picMkLst>
        </pc:picChg>
      </pc:sldChg>
      <pc:sldChg chg="addSp delSp modSp new mod">
        <pc:chgData name="Ebunoluwa King-Okuneye" userId="2068aa62-200a-42a4-9b2b-e6f896f74b12" providerId="ADAL" clId="{6A16ACDC-F323-49FA-A1D9-41CF00A0C602}" dt="2025-03-27T15:14:20.013" v="3039" actId="1076"/>
        <pc:sldMkLst>
          <pc:docMk/>
          <pc:sldMk cId="1805119416" sldId="269"/>
        </pc:sldMkLst>
        <pc:spChg chg="mod">
          <ac:chgData name="Ebunoluwa King-Okuneye" userId="2068aa62-200a-42a4-9b2b-e6f896f74b12" providerId="ADAL" clId="{6A16ACDC-F323-49FA-A1D9-41CF00A0C602}" dt="2025-03-27T14:37:32.749" v="2323" actId="403"/>
          <ac:spMkLst>
            <pc:docMk/>
            <pc:sldMk cId="1805119416" sldId="269"/>
            <ac:spMk id="2" creationId="{FB740FBB-D0F2-7754-1F9A-1FD948E1EBDA}"/>
          </ac:spMkLst>
        </pc:spChg>
        <pc:spChg chg="mod">
          <ac:chgData name="Ebunoluwa King-Okuneye" userId="2068aa62-200a-42a4-9b2b-e6f896f74b12" providerId="ADAL" clId="{6A16ACDC-F323-49FA-A1D9-41CF00A0C602}" dt="2025-03-27T14:48:24.477" v="2648" actId="20577"/>
          <ac:spMkLst>
            <pc:docMk/>
            <pc:sldMk cId="1805119416" sldId="269"/>
            <ac:spMk id="3" creationId="{6B6FDD40-5D00-88C2-8BE9-9C7505902D5A}"/>
          </ac:spMkLst>
        </pc:spChg>
        <pc:spChg chg="add mod">
          <ac:chgData name="Ebunoluwa King-Okuneye" userId="2068aa62-200a-42a4-9b2b-e6f896f74b12" providerId="ADAL" clId="{6A16ACDC-F323-49FA-A1D9-41CF00A0C602}" dt="2025-03-27T15:13:21.506" v="3028" actId="207"/>
          <ac:spMkLst>
            <pc:docMk/>
            <pc:sldMk cId="1805119416" sldId="269"/>
            <ac:spMk id="5" creationId="{CBDF8A89-9C96-3C9E-8B4C-A0BACBF7066A}"/>
          </ac:spMkLst>
        </pc:spChg>
        <pc:spChg chg="add mod">
          <ac:chgData name="Ebunoluwa King-Okuneye" userId="2068aa62-200a-42a4-9b2b-e6f896f74b12" providerId="ADAL" clId="{6A16ACDC-F323-49FA-A1D9-41CF00A0C602}" dt="2025-03-27T15:14:16.836" v="3037" actId="207"/>
          <ac:spMkLst>
            <pc:docMk/>
            <pc:sldMk cId="1805119416" sldId="269"/>
            <ac:spMk id="9" creationId="{76203F64-93F5-521B-CC2F-3464FC1C83EA}"/>
          </ac:spMkLst>
        </pc:spChg>
        <pc:picChg chg="add mod">
          <ac:chgData name="Ebunoluwa King-Okuneye" userId="2068aa62-200a-42a4-9b2b-e6f896f74b12" providerId="ADAL" clId="{6A16ACDC-F323-49FA-A1D9-41CF00A0C602}" dt="2025-03-27T14:48:04.028" v="2643" actId="1076"/>
          <ac:picMkLst>
            <pc:docMk/>
            <pc:sldMk cId="1805119416" sldId="269"/>
            <ac:picMk id="4" creationId="{D9FE8DB0-CD2B-C53F-3799-7810927D2F7C}"/>
          </ac:picMkLst>
        </pc:picChg>
        <pc:picChg chg="add mod">
          <ac:chgData name="Ebunoluwa King-Okuneye" userId="2068aa62-200a-42a4-9b2b-e6f896f74b12" providerId="ADAL" clId="{6A16ACDC-F323-49FA-A1D9-41CF00A0C602}" dt="2025-03-27T15:14:20.013" v="3039" actId="1076"/>
          <ac:picMkLst>
            <pc:docMk/>
            <pc:sldMk cId="1805119416" sldId="269"/>
            <ac:picMk id="8" creationId="{3EAD1E2B-2835-6CE2-0E2C-BD11BEF18DC8}"/>
          </ac:picMkLst>
        </pc:picChg>
      </pc:sldChg>
      <pc:sldChg chg="addSp delSp modSp new mod">
        <pc:chgData name="Ebunoluwa King-Okuneye" userId="2068aa62-200a-42a4-9b2b-e6f896f74b12" providerId="ADAL" clId="{6A16ACDC-F323-49FA-A1D9-41CF00A0C602}" dt="2025-04-02T10:42:11.369" v="4718" actId="27636"/>
        <pc:sldMkLst>
          <pc:docMk/>
          <pc:sldMk cId="2124301184" sldId="270"/>
        </pc:sldMkLst>
        <pc:spChg chg="mod">
          <ac:chgData name="Ebunoluwa King-Okuneye" userId="2068aa62-200a-42a4-9b2b-e6f896f74b12" providerId="ADAL" clId="{6A16ACDC-F323-49FA-A1D9-41CF00A0C602}" dt="2025-03-27T15:25:04.533" v="3224" actId="14100"/>
          <ac:spMkLst>
            <pc:docMk/>
            <pc:sldMk cId="2124301184" sldId="270"/>
            <ac:spMk id="2" creationId="{0154DD6A-CB24-FB11-783F-3199725A1CD7}"/>
          </ac:spMkLst>
        </pc:spChg>
        <pc:spChg chg="mod">
          <ac:chgData name="Ebunoluwa King-Okuneye" userId="2068aa62-200a-42a4-9b2b-e6f896f74b12" providerId="ADAL" clId="{6A16ACDC-F323-49FA-A1D9-41CF00A0C602}" dt="2025-04-02T10:42:11.369" v="4718" actId="27636"/>
          <ac:spMkLst>
            <pc:docMk/>
            <pc:sldMk cId="2124301184" sldId="270"/>
            <ac:spMk id="3" creationId="{260D863B-DA1C-2BC4-8C25-24CDA473A8BF}"/>
          </ac:spMkLst>
        </pc:spChg>
        <pc:spChg chg="add mod">
          <ac:chgData name="Ebunoluwa King-Okuneye" userId="2068aa62-200a-42a4-9b2b-e6f896f74b12" providerId="ADAL" clId="{6A16ACDC-F323-49FA-A1D9-41CF00A0C602}" dt="2025-03-27T15:12:54.767" v="3023"/>
          <ac:spMkLst>
            <pc:docMk/>
            <pc:sldMk cId="2124301184" sldId="270"/>
            <ac:spMk id="5" creationId="{56385861-AF1A-AA23-9416-D270CF59DCD4}"/>
          </ac:spMkLst>
        </pc:spChg>
        <pc:spChg chg="add mod">
          <ac:chgData name="Ebunoluwa King-Okuneye" userId="2068aa62-200a-42a4-9b2b-e6f896f74b12" providerId="ADAL" clId="{6A16ACDC-F323-49FA-A1D9-41CF00A0C602}" dt="2025-03-27T15:38:30.664" v="3348" actId="14100"/>
          <ac:spMkLst>
            <pc:docMk/>
            <pc:sldMk cId="2124301184" sldId="270"/>
            <ac:spMk id="7" creationId="{624F15EC-A486-2654-1470-E44B8DF34EFD}"/>
          </ac:spMkLst>
        </pc:spChg>
        <pc:picChg chg="add mod">
          <ac:chgData name="Ebunoluwa King-Okuneye" userId="2068aa62-200a-42a4-9b2b-e6f896f74b12" providerId="ADAL" clId="{6A16ACDC-F323-49FA-A1D9-41CF00A0C602}" dt="2025-03-27T15:38:36.981" v="3349" actId="1076"/>
          <ac:picMkLst>
            <pc:docMk/>
            <pc:sldMk cId="2124301184" sldId="270"/>
            <ac:picMk id="4" creationId="{0B48935E-5A1F-9313-B463-5E75C5E53885}"/>
          </ac:picMkLst>
        </pc:picChg>
        <pc:picChg chg="add mod">
          <ac:chgData name="Ebunoluwa King-Okuneye" userId="2068aa62-200a-42a4-9b2b-e6f896f74b12" providerId="ADAL" clId="{6A16ACDC-F323-49FA-A1D9-41CF00A0C602}" dt="2025-03-27T15:38:25.653" v="3347" actId="1076"/>
          <ac:picMkLst>
            <pc:docMk/>
            <pc:sldMk cId="2124301184" sldId="270"/>
            <ac:picMk id="8" creationId="{EF1D8A10-40B0-E7E4-5999-F69797A29A9C}"/>
          </ac:picMkLst>
        </pc:picChg>
      </pc:sldChg>
      <pc:sldChg chg="addSp delSp modSp new mod">
        <pc:chgData name="Ebunoluwa King-Okuneye" userId="2068aa62-200a-42a4-9b2b-e6f896f74b12" providerId="ADAL" clId="{6A16ACDC-F323-49FA-A1D9-41CF00A0C602}" dt="2025-03-27T15:33:04.366" v="3280" actId="1076"/>
        <pc:sldMkLst>
          <pc:docMk/>
          <pc:sldMk cId="2462923375" sldId="271"/>
        </pc:sldMkLst>
        <pc:spChg chg="mod">
          <ac:chgData name="Ebunoluwa King-Okuneye" userId="2068aa62-200a-42a4-9b2b-e6f896f74b12" providerId="ADAL" clId="{6A16ACDC-F323-49FA-A1D9-41CF00A0C602}" dt="2025-03-27T15:08:22.179" v="2991" actId="14100"/>
          <ac:spMkLst>
            <pc:docMk/>
            <pc:sldMk cId="2462923375" sldId="271"/>
            <ac:spMk id="2" creationId="{237ABD43-F73C-ECE5-C036-0D7B450A67D3}"/>
          </ac:spMkLst>
        </pc:spChg>
        <pc:spChg chg="mod">
          <ac:chgData name="Ebunoluwa King-Okuneye" userId="2068aa62-200a-42a4-9b2b-e6f896f74b12" providerId="ADAL" clId="{6A16ACDC-F323-49FA-A1D9-41CF00A0C602}" dt="2025-03-27T15:32:48.041" v="3277" actId="14100"/>
          <ac:spMkLst>
            <pc:docMk/>
            <pc:sldMk cId="2462923375" sldId="271"/>
            <ac:spMk id="3" creationId="{2D188B28-DD1F-785B-B7BE-639EAEC7A737}"/>
          </ac:spMkLst>
        </pc:spChg>
        <pc:spChg chg="add mod">
          <ac:chgData name="Ebunoluwa King-Okuneye" userId="2068aa62-200a-42a4-9b2b-e6f896f74b12" providerId="ADAL" clId="{6A16ACDC-F323-49FA-A1D9-41CF00A0C602}" dt="2025-03-27T15:32:58.699" v="3279" actId="14100"/>
          <ac:spMkLst>
            <pc:docMk/>
            <pc:sldMk cId="2462923375" sldId="271"/>
            <ac:spMk id="7" creationId="{73E62A16-0CF0-1C26-48B9-521E4B217334}"/>
          </ac:spMkLst>
        </pc:spChg>
        <pc:picChg chg="add mod">
          <ac:chgData name="Ebunoluwa King-Okuneye" userId="2068aa62-200a-42a4-9b2b-e6f896f74b12" providerId="ADAL" clId="{6A16ACDC-F323-49FA-A1D9-41CF00A0C602}" dt="2025-03-27T15:33:04.366" v="3280" actId="1076"/>
          <ac:picMkLst>
            <pc:docMk/>
            <pc:sldMk cId="2462923375" sldId="271"/>
            <ac:picMk id="9" creationId="{22E07A8C-C1CE-E8FE-3EFD-5A4C54044EE1}"/>
          </ac:picMkLst>
        </pc:picChg>
      </pc:sldChg>
      <pc:sldChg chg="modSp new mod">
        <pc:chgData name="Ebunoluwa King-Okuneye" userId="2068aa62-200a-42a4-9b2b-e6f896f74b12" providerId="ADAL" clId="{6A16ACDC-F323-49FA-A1D9-41CF00A0C602}" dt="2025-04-02T11:00:54.528" v="5362" actId="115"/>
        <pc:sldMkLst>
          <pc:docMk/>
          <pc:sldMk cId="3727845057" sldId="272"/>
        </pc:sldMkLst>
        <pc:spChg chg="mod">
          <ac:chgData name="Ebunoluwa King-Okuneye" userId="2068aa62-200a-42a4-9b2b-e6f896f74b12" providerId="ADAL" clId="{6A16ACDC-F323-49FA-A1D9-41CF00A0C602}" dt="2025-04-02T10:11:24.236" v="3387" actId="403"/>
          <ac:spMkLst>
            <pc:docMk/>
            <pc:sldMk cId="3727845057" sldId="272"/>
            <ac:spMk id="2" creationId="{4EB90D80-EC18-A7A2-340B-6C6B5D2BFE79}"/>
          </ac:spMkLst>
        </pc:spChg>
        <pc:spChg chg="mod">
          <ac:chgData name="Ebunoluwa King-Okuneye" userId="2068aa62-200a-42a4-9b2b-e6f896f74b12" providerId="ADAL" clId="{6A16ACDC-F323-49FA-A1D9-41CF00A0C602}" dt="2025-04-02T11:00:54.528" v="5362" actId="115"/>
          <ac:spMkLst>
            <pc:docMk/>
            <pc:sldMk cId="3727845057" sldId="272"/>
            <ac:spMk id="3" creationId="{CA088869-F511-B08A-22A6-4D19FA295E2E}"/>
          </ac:spMkLst>
        </pc:spChg>
      </pc:sldChg>
      <pc:sldChg chg="modSp new mod">
        <pc:chgData name="Ebunoluwa King-Okuneye" userId="2068aa62-200a-42a4-9b2b-e6f896f74b12" providerId="ADAL" clId="{6A16ACDC-F323-49FA-A1D9-41CF00A0C602}" dt="2025-04-02T11:11:22.443" v="5799" actId="20577"/>
        <pc:sldMkLst>
          <pc:docMk/>
          <pc:sldMk cId="4070892271" sldId="273"/>
        </pc:sldMkLst>
        <pc:spChg chg="mod">
          <ac:chgData name="Ebunoluwa King-Okuneye" userId="2068aa62-200a-42a4-9b2b-e6f896f74b12" providerId="ADAL" clId="{6A16ACDC-F323-49FA-A1D9-41CF00A0C602}" dt="2025-04-02T10:20:39.913" v="3507" actId="20577"/>
          <ac:spMkLst>
            <pc:docMk/>
            <pc:sldMk cId="4070892271" sldId="273"/>
            <ac:spMk id="2" creationId="{DB99399E-89F0-F594-59D0-2C4337762EE9}"/>
          </ac:spMkLst>
        </pc:spChg>
        <pc:spChg chg="mod">
          <ac:chgData name="Ebunoluwa King-Okuneye" userId="2068aa62-200a-42a4-9b2b-e6f896f74b12" providerId="ADAL" clId="{6A16ACDC-F323-49FA-A1D9-41CF00A0C602}" dt="2025-04-02T11:11:22.443" v="5799" actId="20577"/>
          <ac:spMkLst>
            <pc:docMk/>
            <pc:sldMk cId="4070892271" sldId="273"/>
            <ac:spMk id="3" creationId="{160F4906-1A9A-97DB-DB55-6DC1546852A0}"/>
          </ac:spMkLst>
        </pc:spChg>
      </pc:sldChg>
      <pc:sldChg chg="modSp new mod">
        <pc:chgData name="Ebunoluwa King-Okuneye" userId="2068aa62-200a-42a4-9b2b-e6f896f74b12" providerId="ADAL" clId="{6A16ACDC-F323-49FA-A1D9-41CF00A0C602}" dt="2025-04-02T11:09:49.822" v="5797" actId="207"/>
        <pc:sldMkLst>
          <pc:docMk/>
          <pc:sldMk cId="2651438375" sldId="274"/>
        </pc:sldMkLst>
        <pc:spChg chg="mod">
          <ac:chgData name="Ebunoluwa King-Okuneye" userId="2068aa62-200a-42a4-9b2b-e6f896f74b12" providerId="ADAL" clId="{6A16ACDC-F323-49FA-A1D9-41CF00A0C602}" dt="2025-04-02T11:09:49.822" v="5797" actId="207"/>
          <ac:spMkLst>
            <pc:docMk/>
            <pc:sldMk cId="2651438375" sldId="274"/>
            <ac:spMk id="2" creationId="{070C455A-327C-96D7-339E-EEAE7F4D9B5D}"/>
          </ac:spMkLst>
        </pc:spChg>
        <pc:spChg chg="mod">
          <ac:chgData name="Ebunoluwa King-Okuneye" userId="2068aa62-200a-42a4-9b2b-e6f896f74b12" providerId="ADAL" clId="{6A16ACDC-F323-49FA-A1D9-41CF00A0C602}" dt="2025-04-02T11:01:06.366" v="5363" actId="404"/>
          <ac:spMkLst>
            <pc:docMk/>
            <pc:sldMk cId="2651438375" sldId="274"/>
            <ac:spMk id="3" creationId="{441B6D6B-8D53-083E-6E1C-486F4D3A0053}"/>
          </ac:spMkLst>
        </pc:spChg>
      </pc:sldChg>
      <pc:sldChg chg="addSp delSp modSp new mod setBg addAnim delAnim setClrOvrMap delDesignElem">
        <pc:chgData name="Ebunoluwa King-Okuneye" userId="2068aa62-200a-42a4-9b2b-e6f896f74b12" providerId="ADAL" clId="{6A16ACDC-F323-49FA-A1D9-41CF00A0C602}" dt="2025-04-02T11:10:02.480" v="5798"/>
        <pc:sldMkLst>
          <pc:docMk/>
          <pc:sldMk cId="1810807486" sldId="275"/>
        </pc:sldMkLst>
        <pc:spChg chg="mod">
          <ac:chgData name="Ebunoluwa King-Okuneye" userId="2068aa62-200a-42a4-9b2b-e6f896f74b12" providerId="ADAL" clId="{6A16ACDC-F323-49FA-A1D9-41CF00A0C602}" dt="2025-04-02T11:10:02.480" v="5798"/>
          <ac:spMkLst>
            <pc:docMk/>
            <pc:sldMk cId="1810807486" sldId="275"/>
            <ac:spMk id="2" creationId="{3AD59450-F945-C33A-032C-C0FB64599097}"/>
          </ac:spMkLst>
        </pc:spChg>
        <pc:spChg chg="add">
          <ac:chgData name="Ebunoluwa King-Okuneye" userId="2068aa62-200a-42a4-9b2b-e6f896f74b12" providerId="ADAL" clId="{6A16ACDC-F323-49FA-A1D9-41CF00A0C602}" dt="2025-04-02T10:43:13.592" v="4733" actId="26606"/>
          <ac:spMkLst>
            <pc:docMk/>
            <pc:sldMk cId="1810807486" sldId="275"/>
            <ac:spMk id="98" creationId="{0ADFFC45-3DC9-4433-926F-043E879D9DFC}"/>
          </ac:spMkLst>
        </pc:spChg>
        <pc:spChg chg="add">
          <ac:chgData name="Ebunoluwa King-Okuneye" userId="2068aa62-200a-42a4-9b2b-e6f896f74b12" providerId="ADAL" clId="{6A16ACDC-F323-49FA-A1D9-41CF00A0C602}" dt="2025-04-02T10:43:13.592" v="4733" actId="26606"/>
          <ac:spMkLst>
            <pc:docMk/>
            <pc:sldMk cId="1810807486" sldId="275"/>
            <ac:spMk id="107" creationId="{69370F01-B8C9-4CE4-824C-92B2792E6ED0}"/>
          </ac:spMkLst>
        </pc:spChg>
        <pc:grpChg chg="add">
          <ac:chgData name="Ebunoluwa King-Okuneye" userId="2068aa62-200a-42a4-9b2b-e6f896f74b12" providerId="ADAL" clId="{6A16ACDC-F323-49FA-A1D9-41CF00A0C602}" dt="2025-04-02T10:43:13.592" v="4733" actId="26606"/>
          <ac:grpSpMkLst>
            <pc:docMk/>
            <pc:sldMk cId="1810807486" sldId="275"/>
            <ac:grpSpMk id="93" creationId="{28460BD8-AE3F-4AC9-9D0B-717052AA5D3A}"/>
          </ac:grpSpMkLst>
        </pc:grpChg>
        <pc:grpChg chg="add">
          <ac:chgData name="Ebunoluwa King-Okuneye" userId="2068aa62-200a-42a4-9b2b-e6f896f74b12" providerId="ADAL" clId="{6A16ACDC-F323-49FA-A1D9-41CF00A0C602}" dt="2025-04-02T10:43:13.592" v="4733" actId="26606"/>
          <ac:grpSpMkLst>
            <pc:docMk/>
            <pc:sldMk cId="1810807486" sldId="275"/>
            <ac:grpSpMk id="99" creationId="{B5F26A87-0610-435F-AA13-BD658385C9D9}"/>
          </ac:grpSpMkLst>
        </pc:grpChg>
      </pc:sldChg>
      <pc:sldChg chg="new del">
        <pc:chgData name="Ebunoluwa King-Okuneye" userId="2068aa62-200a-42a4-9b2b-e6f896f74b12" providerId="ADAL" clId="{6A16ACDC-F323-49FA-A1D9-41CF00A0C602}" dt="2025-04-02T10:40:35.906" v="4686" actId="2696"/>
        <pc:sldMkLst>
          <pc:docMk/>
          <pc:sldMk cId="2232485710" sldId="275"/>
        </pc:sldMkLst>
      </pc:sldChg>
      <pc:sldChg chg="addSp delSp modSp new del mod">
        <pc:chgData name="Ebunoluwa King-Okuneye" userId="2068aa62-200a-42a4-9b2b-e6f896f74b12" providerId="ADAL" clId="{6A16ACDC-F323-49FA-A1D9-41CF00A0C602}" dt="2025-04-02T10:39:33.024" v="4684" actId="2696"/>
        <pc:sldMkLst>
          <pc:docMk/>
          <pc:sldMk cId="4135019477"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3E40C-2526-47AB-828E-D18AE9054F5F}" type="datetimeFigureOut">
              <a:rPr lang="en-US" smtClean="0"/>
              <a:t>4/8/2025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EC0E3-3703-490C-AD7D-04B59D626895}" type="slidenum">
              <a:rPr lang="en-US" smtClean="0"/>
              <a:t>‹#›</a:t>
            </a:fld>
            <a:endParaRPr lang="en-US"/>
          </a:p>
        </p:txBody>
      </p:sp>
    </p:spTree>
    <p:extLst>
      <p:ext uri="{BB962C8B-B14F-4D97-AF65-F5344CB8AC3E}">
        <p14:creationId xmlns:p14="http://schemas.microsoft.com/office/powerpoint/2010/main" val="434728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C0E3-3703-490C-AD7D-04B59D626895}" type="slidenum">
              <a:rPr lang="en-US" smtClean="0"/>
              <a:t>6</a:t>
            </a:fld>
            <a:endParaRPr lang="en-US"/>
          </a:p>
        </p:txBody>
      </p:sp>
    </p:spTree>
    <p:extLst>
      <p:ext uri="{BB962C8B-B14F-4D97-AF65-F5344CB8AC3E}">
        <p14:creationId xmlns:p14="http://schemas.microsoft.com/office/powerpoint/2010/main" val="405520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C0E3-3703-490C-AD7D-04B59D626895}" type="slidenum">
              <a:rPr lang="en-US" smtClean="0"/>
              <a:t>11</a:t>
            </a:fld>
            <a:endParaRPr lang="en-US"/>
          </a:p>
        </p:txBody>
      </p:sp>
    </p:spTree>
    <p:extLst>
      <p:ext uri="{BB962C8B-B14F-4D97-AF65-F5344CB8AC3E}">
        <p14:creationId xmlns:p14="http://schemas.microsoft.com/office/powerpoint/2010/main" val="128279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DEC0E3-3703-490C-AD7D-04B59D626895}" type="slidenum">
              <a:rPr lang="en-US" smtClean="0"/>
              <a:t>12</a:t>
            </a:fld>
            <a:endParaRPr lang="en-US"/>
          </a:p>
        </p:txBody>
      </p:sp>
    </p:spTree>
    <p:extLst>
      <p:ext uri="{BB962C8B-B14F-4D97-AF65-F5344CB8AC3E}">
        <p14:creationId xmlns:p14="http://schemas.microsoft.com/office/powerpoint/2010/main" val="3331404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08048B-57AF-4F53-BC84-8E0A1033FBEC}"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457032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8048B-57AF-4F53-BC84-8E0A1033FBEC}"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33246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35449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08048B-57AF-4F53-BC84-8E0A1033FBEC}"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21408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08048B-57AF-4F53-BC84-8E0A1033FBEC}" type="datetimeFigureOut">
              <a:rPr lang="en-US" smtClean="0"/>
              <a:t>4/8/2025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54921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08048B-57AF-4F53-BC84-8E0A1033FBEC}" type="datetimeFigureOut">
              <a:rPr lang="en-US" smtClean="0"/>
              <a:t>4/8/2025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80491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08048B-57AF-4F53-BC84-8E0A1033FBEC}" type="datetimeFigureOut">
              <a:rPr lang="en-US" smtClean="0"/>
              <a:t>4/8/2025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9292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08048B-57AF-4F53-BC84-8E0A1033FBEC}"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45829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08048B-57AF-4F53-BC84-8E0A1033FBEC}" type="datetimeFigureOut">
              <a:rPr lang="en-US" smtClean="0"/>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44963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pPr/>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53793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pPr/>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A8A1B-4E1E-43EF-8A39-7D4A3879B941}"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46167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pPr/>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3073495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pPr/>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A8A1B-4E1E-43EF-8A39-7D4A3879B941}"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62615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08048B-57AF-4F53-BC84-8E0A1033FBEC}" type="datetimeFigureOut">
              <a:rPr lang="en-US" smtClean="0"/>
              <a:pPr/>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1362938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8048B-57AF-4F53-BC84-8E0A1033FBEC}"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3589131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08048B-57AF-4F53-BC84-8E0A1033FBEC}" type="datetimeFigureOut">
              <a:rPr lang="en-US" smtClean="0"/>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75294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08048B-57AF-4F53-BC84-8E0A1033FBEC}" type="datetimeFigureOut">
              <a:rPr lang="en-US" smtClean="0"/>
              <a:pPr/>
              <a:t>4/8/2025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244576602"/>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17" descr="A colorful background with waves&#10;&#10;AI-generated content may be incorrect.">
            <a:extLst>
              <a:ext uri="{FF2B5EF4-FFF2-40B4-BE49-F238E27FC236}">
                <a16:creationId xmlns:a16="http://schemas.microsoft.com/office/drawing/2014/main" id="{744AACD1-3672-7152-A0A1-2B895B6EC1D0}"/>
              </a:ext>
            </a:extLst>
          </p:cNvPr>
          <p:cNvPicPr>
            <a:picLocks noChangeAspect="1"/>
          </p:cNvPicPr>
          <p:nvPr/>
        </p:nvPicPr>
        <p:blipFill>
          <a:blip r:embed="rId2">
            <a:duotone>
              <a:schemeClr val="accent1">
                <a:shade val="45000"/>
                <a:satMod val="135000"/>
              </a:schemeClr>
              <a:prstClr val="white"/>
            </a:duotone>
          </a:blip>
          <a:srcRect l="19192" t="2667" b="6424"/>
          <a:stretch/>
        </p:blipFill>
        <p:spPr>
          <a:xfrm>
            <a:off x="1" y="10"/>
            <a:ext cx="12191999" cy="6857990"/>
          </a:xfrm>
          <a:prstGeom prst="rect">
            <a:avLst/>
          </a:prstGeom>
        </p:spPr>
      </p:pic>
      <p:sp>
        <p:nvSpPr>
          <p:cNvPr id="23" name="Isosceles Triangle 22">
            <a:extLst>
              <a:ext uri="{FF2B5EF4-FFF2-40B4-BE49-F238E27FC236}">
                <a16:creationId xmlns:a16="http://schemas.microsoft.com/office/drawing/2014/main" id="{F5F0CD5C-72F3-4090-8A69-8E15CB432A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Parallelogram 24">
            <a:extLst>
              <a:ext uri="{FF2B5EF4-FFF2-40B4-BE49-F238E27FC236}">
                <a16:creationId xmlns:a16="http://schemas.microsoft.com/office/drawing/2014/main" id="{217496A2-9394-4FB7-BA0E-717D2D2E7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3800" y="0"/>
            <a:ext cx="7315200" cy="6858000"/>
          </a:xfrm>
          <a:prstGeom prst="parallelogram">
            <a:avLst>
              <a:gd name="adj" fmla="val 15925"/>
            </a:avLst>
          </a:prstGeom>
          <a:solidFill>
            <a:schemeClr val="bg1">
              <a:alpha val="8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D02CF681-4765-4E88-802F-B2474DCD51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D57B2BA-243C-45C7-A5D8-46CA71943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1" name="Rectangle 23">
            <a:extLst>
              <a:ext uri="{FF2B5EF4-FFF2-40B4-BE49-F238E27FC236}">
                <a16:creationId xmlns:a16="http://schemas.microsoft.com/office/drawing/2014/main" id="{67374FB5-CBB7-46FF-95B5-2251BC685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5">
            <a:extLst>
              <a:ext uri="{FF2B5EF4-FFF2-40B4-BE49-F238E27FC236}">
                <a16:creationId xmlns:a16="http://schemas.microsoft.com/office/drawing/2014/main" id="{34BCEAB7-D9E0-40A4-9254-8593BD346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D567A354-BB63-405C-8E5F-2F510E67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92C2684-D425-C183-EBD1-60D64F6A9A84}"/>
              </a:ext>
            </a:extLst>
          </p:cNvPr>
          <p:cNvSpPr>
            <a:spLocks noGrp="1"/>
          </p:cNvSpPr>
          <p:nvPr>
            <p:ph type="ctrTitle"/>
          </p:nvPr>
        </p:nvSpPr>
        <p:spPr>
          <a:xfrm>
            <a:off x="4791450" y="1678665"/>
            <a:ext cx="4482553" cy="2369131"/>
          </a:xfrm>
        </p:spPr>
        <p:txBody>
          <a:bodyPr>
            <a:normAutofit/>
          </a:bodyPr>
          <a:lstStyle/>
          <a:p>
            <a:pPr>
              <a:lnSpc>
                <a:spcPct val="90000"/>
              </a:lnSpc>
            </a:pPr>
            <a:r>
              <a:rPr lang="en-US" sz="3000" b="1" i="1" dirty="0">
                <a:effectLst>
                  <a:outerShdw blurRad="38100" dist="38100" dir="2700000" algn="tl">
                    <a:srgbClr val="000000">
                      <a:alpha val="43137"/>
                    </a:srgbClr>
                  </a:outerShdw>
                </a:effectLst>
              </a:rPr>
              <a:t>OPTIMIZING WORKFORCE EFFICIENCY: INSIGHTS FROM EMPLOYEE DATA ANALYSIS</a:t>
            </a:r>
            <a:endParaRPr lang="en-US" sz="3000" b="1"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CBB812F1-ACBA-752A-0E89-FCFE08387740}"/>
              </a:ext>
            </a:extLst>
          </p:cNvPr>
          <p:cNvSpPr>
            <a:spLocks noGrp="1"/>
          </p:cNvSpPr>
          <p:nvPr>
            <p:ph type="subTitle" idx="1"/>
          </p:nvPr>
        </p:nvSpPr>
        <p:spPr>
          <a:xfrm>
            <a:off x="4788276" y="4050832"/>
            <a:ext cx="4485725" cy="1096899"/>
          </a:xfrm>
        </p:spPr>
        <p:txBody>
          <a:bodyPr>
            <a:normAutofit/>
          </a:bodyPr>
          <a:lstStyle/>
          <a:p>
            <a:r>
              <a:rPr lang="en-US" b="1" i="1">
                <a:effectLst>
                  <a:outerShdw blurRad="38100" dist="38100" dir="2700000" algn="tl">
                    <a:srgbClr val="000000">
                      <a:alpha val="43137"/>
                    </a:srgbClr>
                  </a:outerShdw>
                </a:effectLst>
                <a:latin typeface="+mj-lt"/>
              </a:rPr>
              <a:t>KING-OKUNEYE</a:t>
            </a:r>
            <a:r>
              <a:rPr lang="en-US" b="1" i="1">
                <a:effectLst>
                  <a:outerShdw blurRad="38100" dist="38100" dir="2700000" algn="tl">
                    <a:srgbClr val="000000">
                      <a:alpha val="43137"/>
                    </a:srgbClr>
                  </a:outerShdw>
                </a:effectLst>
              </a:rPr>
              <a:t> EBUNOLUWA</a:t>
            </a:r>
          </a:p>
          <a:p>
            <a:r>
              <a:rPr lang="en-US" b="1" i="1">
                <a:effectLst>
                  <a:outerShdw blurRad="38100" dist="38100" dir="2700000" algn="tl">
                    <a:srgbClr val="000000">
                      <a:alpha val="43137"/>
                    </a:srgbClr>
                  </a:outerShdw>
                </a:effectLst>
              </a:rPr>
              <a:t>APRIL 2025</a:t>
            </a:r>
          </a:p>
        </p:txBody>
      </p:sp>
      <p:sp>
        <p:nvSpPr>
          <p:cNvPr id="37" name="Rectangle 27">
            <a:extLst>
              <a:ext uri="{FF2B5EF4-FFF2-40B4-BE49-F238E27FC236}">
                <a16:creationId xmlns:a16="http://schemas.microsoft.com/office/drawing/2014/main" id="{9185A8D7-2F20-4F7A-97BE-21DB1654C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8">
            <a:extLst>
              <a:ext uri="{FF2B5EF4-FFF2-40B4-BE49-F238E27FC236}">
                <a16:creationId xmlns:a16="http://schemas.microsoft.com/office/drawing/2014/main" id="{CB65BD56-22B3-4E13-BFCA-B8E8BEB92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29">
            <a:extLst>
              <a:ext uri="{FF2B5EF4-FFF2-40B4-BE49-F238E27FC236}">
                <a16:creationId xmlns:a16="http://schemas.microsoft.com/office/drawing/2014/main" id="{6790ED68-BCA0-4247-A72F-1CB85DF06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Isosceles Triangle 42">
            <a:extLst>
              <a:ext uri="{FF2B5EF4-FFF2-40B4-BE49-F238E27FC236}">
                <a16:creationId xmlns:a16="http://schemas.microsoft.com/office/drawing/2014/main" id="{DD0F2B3F-DC55-4FA7-B667-1ACD07920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1363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CDA9-874C-2FD5-A2F9-695AD81600D9}"/>
              </a:ext>
            </a:extLst>
          </p:cNvPr>
          <p:cNvSpPr>
            <a:spLocks noGrp="1"/>
          </p:cNvSpPr>
          <p:nvPr>
            <p:ph type="title"/>
          </p:nvPr>
        </p:nvSpPr>
        <p:spPr>
          <a:xfrm>
            <a:off x="3147934" y="609600"/>
            <a:ext cx="6782236" cy="1320800"/>
          </a:xfrm>
        </p:spPr>
        <p:txBody>
          <a:bodyPr>
            <a:normAutofit/>
          </a:bodyPr>
          <a:lstStyle/>
          <a:p>
            <a:r>
              <a:rPr lang="en-US" sz="4000" b="1" i="1" u="sng" dirty="0">
                <a:effectLst>
                  <a:outerShdw blurRad="38100" dist="38100" dir="2700000" algn="tl">
                    <a:srgbClr val="000000">
                      <a:alpha val="43137"/>
                    </a:srgbClr>
                  </a:outerShdw>
                </a:effectLst>
              </a:rPr>
              <a:t>INTRODUCTION</a:t>
            </a:r>
            <a:endParaRPr lang="en-US" sz="4000"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B62E17E8-BC90-10F8-D854-C0D13ECC2636}"/>
              </a:ext>
            </a:extLst>
          </p:cNvPr>
          <p:cNvSpPr>
            <a:spLocks noGrp="1"/>
          </p:cNvSpPr>
          <p:nvPr>
            <p:ph idx="1"/>
          </p:nvPr>
        </p:nvSpPr>
        <p:spPr>
          <a:xfrm>
            <a:off x="1333502" y="2160590"/>
            <a:ext cx="8470898" cy="3429260"/>
          </a:xfrm>
        </p:spPr>
        <p:txBody>
          <a:bodyPr>
            <a:normAutofit/>
          </a:bodyPr>
          <a:lstStyle/>
          <a:p>
            <a:r>
              <a:rPr lang="en-US" sz="2400" b="1" i="1" dirty="0">
                <a:solidFill>
                  <a:schemeClr val="accent1">
                    <a:lumMod val="75000"/>
                  </a:schemeClr>
                </a:solidFill>
              </a:rPr>
              <a:t>This SQL project involves optimizing workforce efficiency using Secondary data in CSV format. The primary objective is to extract meaningful insights such as employee demographics, departmental trends and salary distribution that can inform strategic decisions in areas such as employee retention, compensation planning and departmental performance. </a:t>
            </a:r>
            <a:endParaRPr lang="en-US" sz="2400" dirty="0">
              <a:solidFill>
                <a:schemeClr val="accent1">
                  <a:lumMod val="75000"/>
                </a:schemeClr>
              </a:solidFill>
            </a:endParaRPr>
          </a:p>
        </p:txBody>
      </p:sp>
    </p:spTree>
    <p:extLst>
      <p:ext uri="{BB962C8B-B14F-4D97-AF65-F5344CB8AC3E}">
        <p14:creationId xmlns:p14="http://schemas.microsoft.com/office/powerpoint/2010/main" val="1947528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4521-1551-C148-851D-1C552E8A6649}"/>
              </a:ext>
            </a:extLst>
          </p:cNvPr>
          <p:cNvSpPr>
            <a:spLocks noGrp="1"/>
          </p:cNvSpPr>
          <p:nvPr>
            <p:ph type="title"/>
          </p:nvPr>
        </p:nvSpPr>
        <p:spPr>
          <a:xfrm>
            <a:off x="2563318" y="609600"/>
            <a:ext cx="6710683" cy="1320800"/>
          </a:xfrm>
        </p:spPr>
        <p:txBody>
          <a:bodyPr>
            <a:normAutofit/>
          </a:bodyPr>
          <a:lstStyle/>
          <a:p>
            <a:r>
              <a:rPr lang="en-US" sz="4000" b="1" i="1" u="sng" dirty="0">
                <a:effectLst>
                  <a:outerShdw blurRad="38100" dist="38100" dir="2700000" algn="tl">
                    <a:srgbClr val="000000">
                      <a:alpha val="43137"/>
                    </a:srgbClr>
                  </a:outerShdw>
                </a:effectLst>
              </a:rPr>
              <a:t>PROBLEM STATEMENT</a:t>
            </a:r>
          </a:p>
        </p:txBody>
      </p:sp>
      <p:sp>
        <p:nvSpPr>
          <p:cNvPr id="3" name="Content Placeholder 2">
            <a:extLst>
              <a:ext uri="{FF2B5EF4-FFF2-40B4-BE49-F238E27FC236}">
                <a16:creationId xmlns:a16="http://schemas.microsoft.com/office/drawing/2014/main" id="{2DB2292C-17BA-1B54-B25A-56FEBF2A0707}"/>
              </a:ext>
            </a:extLst>
          </p:cNvPr>
          <p:cNvSpPr>
            <a:spLocks noGrp="1"/>
          </p:cNvSpPr>
          <p:nvPr>
            <p:ph idx="1"/>
          </p:nvPr>
        </p:nvSpPr>
        <p:spPr>
          <a:xfrm>
            <a:off x="1124262" y="2160589"/>
            <a:ext cx="8149740" cy="3880773"/>
          </a:xfrm>
        </p:spPr>
        <p:txBody>
          <a:bodyPr>
            <a:normAutofit/>
          </a:bodyPr>
          <a:lstStyle/>
          <a:p>
            <a:r>
              <a:rPr lang="en-US" sz="2400" b="1" i="1" dirty="0">
                <a:solidFill>
                  <a:schemeClr val="accent1">
                    <a:lumMod val="75000"/>
                  </a:schemeClr>
                </a:solidFill>
              </a:rPr>
              <a:t>This project addresses the challenges of managing workforce data stored across multiple tables, which can lead to inefficiencies due to data inaccuracy . Using PostgreSQL, this project analyzes employee data to provide insights that enhance HR decision making.</a:t>
            </a:r>
          </a:p>
        </p:txBody>
      </p:sp>
    </p:spTree>
    <p:extLst>
      <p:ext uri="{BB962C8B-B14F-4D97-AF65-F5344CB8AC3E}">
        <p14:creationId xmlns:p14="http://schemas.microsoft.com/office/powerpoint/2010/main" val="3927479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F663-C483-585E-EE2B-B0A8471CA823}"/>
              </a:ext>
            </a:extLst>
          </p:cNvPr>
          <p:cNvSpPr>
            <a:spLocks noGrp="1"/>
          </p:cNvSpPr>
          <p:nvPr>
            <p:ph type="title"/>
          </p:nvPr>
        </p:nvSpPr>
        <p:spPr>
          <a:xfrm>
            <a:off x="2809426" y="526166"/>
            <a:ext cx="7894906" cy="1320800"/>
          </a:xfrm>
        </p:spPr>
        <p:txBody>
          <a:bodyPr>
            <a:normAutofit/>
          </a:bodyPr>
          <a:lstStyle/>
          <a:p>
            <a:r>
              <a:rPr lang="en-US" sz="4000" b="1" i="1" u="sng" dirty="0">
                <a:effectLst>
                  <a:outerShdw blurRad="38100" dist="38100" dir="2700000" algn="tl">
                    <a:srgbClr val="000000">
                      <a:alpha val="43137"/>
                    </a:srgbClr>
                  </a:outerShdw>
                </a:effectLst>
              </a:rPr>
              <a:t>PROCESS WORKFLOW</a:t>
            </a:r>
            <a:br>
              <a:rPr lang="en-US" sz="4000" dirty="0"/>
            </a:br>
            <a:endParaRPr lang="en-US" sz="4000" dirty="0"/>
          </a:p>
        </p:txBody>
      </p:sp>
      <p:sp>
        <p:nvSpPr>
          <p:cNvPr id="3" name="TextBox 2">
            <a:extLst>
              <a:ext uri="{FF2B5EF4-FFF2-40B4-BE49-F238E27FC236}">
                <a16:creationId xmlns:a16="http://schemas.microsoft.com/office/drawing/2014/main" id="{4C938D15-9F29-52BA-947F-6CFF6CDE940F}"/>
              </a:ext>
            </a:extLst>
          </p:cNvPr>
          <p:cNvSpPr txBox="1"/>
          <p:nvPr/>
        </p:nvSpPr>
        <p:spPr>
          <a:xfrm>
            <a:off x="179881" y="1484026"/>
            <a:ext cx="3567660" cy="908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tx1"/>
                </a:solidFill>
              </a:rPr>
              <a:t>DATA COLLECTION</a:t>
            </a:r>
          </a:p>
          <a:p>
            <a:endParaRPr lang="en-US" dirty="0"/>
          </a:p>
        </p:txBody>
      </p:sp>
      <p:sp>
        <p:nvSpPr>
          <p:cNvPr id="6" name="TextBox 5">
            <a:extLst>
              <a:ext uri="{FF2B5EF4-FFF2-40B4-BE49-F238E27FC236}">
                <a16:creationId xmlns:a16="http://schemas.microsoft.com/office/drawing/2014/main" id="{A4AA2B27-3575-517B-1985-D707D4BD1C77}"/>
              </a:ext>
            </a:extLst>
          </p:cNvPr>
          <p:cNvSpPr txBox="1"/>
          <p:nvPr/>
        </p:nvSpPr>
        <p:spPr>
          <a:xfrm>
            <a:off x="1512776" y="2533024"/>
            <a:ext cx="3976121" cy="908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tx1"/>
                </a:solidFill>
              </a:rPr>
              <a:t>DATA TRANSFORMATION</a:t>
            </a:r>
          </a:p>
          <a:p>
            <a:endParaRPr lang="en-US" dirty="0"/>
          </a:p>
        </p:txBody>
      </p:sp>
      <p:sp>
        <p:nvSpPr>
          <p:cNvPr id="7" name="TextBox 6">
            <a:extLst>
              <a:ext uri="{FF2B5EF4-FFF2-40B4-BE49-F238E27FC236}">
                <a16:creationId xmlns:a16="http://schemas.microsoft.com/office/drawing/2014/main" id="{32236DDD-4738-6C04-AD4E-1259281D28BC}"/>
              </a:ext>
            </a:extLst>
          </p:cNvPr>
          <p:cNvSpPr txBox="1"/>
          <p:nvPr/>
        </p:nvSpPr>
        <p:spPr>
          <a:xfrm>
            <a:off x="2809426" y="3670840"/>
            <a:ext cx="3976120" cy="908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tx1"/>
                </a:solidFill>
              </a:rPr>
              <a:t>DATA INSERTION</a:t>
            </a:r>
          </a:p>
          <a:p>
            <a:endParaRPr lang="en-US" dirty="0"/>
          </a:p>
        </p:txBody>
      </p:sp>
      <p:sp>
        <p:nvSpPr>
          <p:cNvPr id="8" name="TextBox 7">
            <a:extLst>
              <a:ext uri="{FF2B5EF4-FFF2-40B4-BE49-F238E27FC236}">
                <a16:creationId xmlns:a16="http://schemas.microsoft.com/office/drawing/2014/main" id="{D84DB218-9DCE-ABAD-E218-F3CBD8D3F336}"/>
              </a:ext>
            </a:extLst>
          </p:cNvPr>
          <p:cNvSpPr txBox="1"/>
          <p:nvPr/>
        </p:nvSpPr>
        <p:spPr>
          <a:xfrm>
            <a:off x="4604478" y="4808656"/>
            <a:ext cx="3849974" cy="908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tx1"/>
                </a:solidFill>
              </a:rPr>
              <a:t>DATA QUERYING AND ANALYSIS</a:t>
            </a:r>
          </a:p>
        </p:txBody>
      </p:sp>
      <p:sp>
        <p:nvSpPr>
          <p:cNvPr id="9" name="TextBox 8">
            <a:extLst>
              <a:ext uri="{FF2B5EF4-FFF2-40B4-BE49-F238E27FC236}">
                <a16:creationId xmlns:a16="http://schemas.microsoft.com/office/drawing/2014/main" id="{0081ED62-1D9D-FBE2-EE5F-A30E47D0BDC9}"/>
              </a:ext>
            </a:extLst>
          </p:cNvPr>
          <p:cNvSpPr txBox="1"/>
          <p:nvPr/>
        </p:nvSpPr>
        <p:spPr>
          <a:xfrm>
            <a:off x="6268385" y="5865712"/>
            <a:ext cx="3715063" cy="9088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solidFill>
                  <a:schemeClr val="tx1"/>
                </a:solidFill>
              </a:rPr>
              <a:t>RECOMMENDATION AND CONCLUSION</a:t>
            </a:r>
          </a:p>
        </p:txBody>
      </p:sp>
    </p:spTree>
    <p:extLst>
      <p:ext uri="{BB962C8B-B14F-4D97-AF65-F5344CB8AC3E}">
        <p14:creationId xmlns:p14="http://schemas.microsoft.com/office/powerpoint/2010/main" val="3799070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7E25640-BCFF-9A31-4ABE-5CE9A7CE8205}"/>
              </a:ext>
            </a:extLst>
          </p:cNvPr>
          <p:cNvSpPr>
            <a:spLocks noGrp="1"/>
          </p:cNvSpPr>
          <p:nvPr>
            <p:ph type="title"/>
          </p:nvPr>
        </p:nvSpPr>
        <p:spPr>
          <a:xfrm>
            <a:off x="1214202" y="609600"/>
            <a:ext cx="8059799" cy="1320800"/>
          </a:xfrm>
        </p:spPr>
        <p:txBody>
          <a:bodyPr>
            <a:normAutofit/>
          </a:bodyPr>
          <a:lstStyle/>
          <a:p>
            <a:r>
              <a:rPr lang="en-US" sz="4000" b="1" i="1" u="sng" dirty="0">
                <a:effectLst>
                  <a:outerShdw blurRad="38100" dist="38100" dir="2700000" algn="tl">
                    <a:srgbClr val="000000">
                      <a:alpha val="43137"/>
                    </a:srgbClr>
                  </a:outerShdw>
                </a:effectLst>
              </a:rPr>
              <a:t>WORKFORCE SCHEMA DIAGRAM</a:t>
            </a:r>
          </a:p>
        </p:txBody>
      </p:sp>
      <p:pic>
        <p:nvPicPr>
          <p:cNvPr id="7" name="Picture Placeholder 6">
            <a:extLst>
              <a:ext uri="{FF2B5EF4-FFF2-40B4-BE49-F238E27FC236}">
                <a16:creationId xmlns:a16="http://schemas.microsoft.com/office/drawing/2014/main" id="{94816187-02E2-2095-728A-48D2FAFB72C0}"/>
              </a:ext>
            </a:extLst>
          </p:cNvPr>
          <p:cNvPicPr>
            <a:picLocks noGrp="1" noChangeAspect="1"/>
          </p:cNvPicPr>
          <p:nvPr>
            <p:ph type="pic" idx="4294967295"/>
          </p:nvPr>
        </p:nvPicPr>
        <p:blipFill>
          <a:blip r:embed="rId2">
            <a:extLst>
              <a:ext uri="{28A0092B-C50C-407E-A947-70E740481C1C}">
                <a14:useLocalDpi xmlns:a14="http://schemas.microsoft.com/office/drawing/2010/main" val="0"/>
              </a:ext>
            </a:extLst>
          </a:blip>
          <a:srcRect t="7048" b="7048"/>
          <a:stretch/>
        </p:blipFill>
        <p:spPr>
          <a:xfrm>
            <a:off x="0" y="1454150"/>
            <a:ext cx="9110663" cy="4794250"/>
          </a:xfrm>
          <a:ln>
            <a:solidFill>
              <a:srgbClr val="92D050"/>
            </a:solidFill>
          </a:ln>
          <a:effectLst>
            <a:outerShdw blurRad="50800" dist="38100" algn="l" rotWithShape="0">
              <a:schemeClr val="accent1">
                <a:lumMod val="75000"/>
                <a:alpha val="40000"/>
              </a:schemeClr>
            </a:outerShdw>
          </a:effectLst>
        </p:spPr>
      </p:pic>
    </p:spTree>
    <p:extLst>
      <p:ext uri="{BB962C8B-B14F-4D97-AF65-F5344CB8AC3E}">
        <p14:creationId xmlns:p14="http://schemas.microsoft.com/office/powerpoint/2010/main" val="2619428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C8022-1EC2-3CA2-419E-970A14994D18}"/>
              </a:ext>
            </a:extLst>
          </p:cNvPr>
          <p:cNvSpPr>
            <a:spLocks noGrp="1"/>
          </p:cNvSpPr>
          <p:nvPr>
            <p:ph type="title"/>
          </p:nvPr>
        </p:nvSpPr>
        <p:spPr>
          <a:xfrm>
            <a:off x="3239030" y="344774"/>
            <a:ext cx="6034971" cy="989351"/>
          </a:xfrm>
        </p:spPr>
        <p:txBody>
          <a:bodyPr>
            <a:normAutofit/>
          </a:bodyPr>
          <a:lstStyle/>
          <a:p>
            <a:r>
              <a:rPr lang="en-US" sz="4000" b="1" i="1" u="sng" dirty="0">
                <a:effectLst>
                  <a:outerShdw blurRad="38100" dist="38100" dir="2700000" algn="tl">
                    <a:srgbClr val="000000">
                      <a:alpha val="43137"/>
                    </a:srgbClr>
                  </a:outerShdw>
                </a:effectLst>
              </a:rPr>
              <a:t>UNCLEAN DATA</a:t>
            </a:r>
          </a:p>
        </p:txBody>
      </p:sp>
      <p:pic>
        <p:nvPicPr>
          <p:cNvPr id="6" name="Picture 5" descr="A screenshot of a computer&#10;&#10;AI-generated content may be incorrect.">
            <a:extLst>
              <a:ext uri="{FF2B5EF4-FFF2-40B4-BE49-F238E27FC236}">
                <a16:creationId xmlns:a16="http://schemas.microsoft.com/office/drawing/2014/main" id="{9D4765BA-5CD4-39AD-1A7A-BDC7384AF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657" y="1334125"/>
            <a:ext cx="3705742" cy="2623278"/>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04B9F0A9-A894-31BC-BF47-F803C115D8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5223" y="1444289"/>
            <a:ext cx="2772162" cy="2623278"/>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08ED27E4-43C6-5A11-3500-C43764900C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6151" y="1444289"/>
            <a:ext cx="2162477" cy="2731184"/>
          </a:xfrm>
          <a:prstGeom prst="rect">
            <a:avLst/>
          </a:prstGeom>
        </p:spPr>
      </p:pic>
      <p:pic>
        <p:nvPicPr>
          <p:cNvPr id="12" name="Picture 11" descr="A screenshot of a computer code&#10;&#10;AI-generated content may be incorrect.">
            <a:extLst>
              <a:ext uri="{FF2B5EF4-FFF2-40B4-BE49-F238E27FC236}">
                <a16:creationId xmlns:a16="http://schemas.microsoft.com/office/drawing/2014/main" id="{B3384254-A08A-5BF5-73A5-25F369B5D7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335" y="4067567"/>
            <a:ext cx="2848373" cy="2623278"/>
          </a:xfrm>
          <a:prstGeom prst="rect">
            <a:avLst/>
          </a:prstGeom>
        </p:spPr>
      </p:pic>
      <p:pic>
        <p:nvPicPr>
          <p:cNvPr id="14" name="Picture 13" descr="A table of numbers and numbers&#10;&#10;AI-generated content may be incorrect.">
            <a:extLst>
              <a:ext uri="{FF2B5EF4-FFF2-40B4-BE49-F238E27FC236}">
                <a16:creationId xmlns:a16="http://schemas.microsoft.com/office/drawing/2014/main" id="{03C717D5-C937-0A17-8985-8D00E21B844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9030" y="3947267"/>
            <a:ext cx="2949565" cy="2910733"/>
          </a:xfrm>
          <a:prstGeom prst="rect">
            <a:avLst/>
          </a:prstGeom>
        </p:spPr>
      </p:pic>
      <p:pic>
        <p:nvPicPr>
          <p:cNvPr id="16" name="Picture 15" descr="A table of numbers and numbers&#10;&#10;AI-generated content may be incorrect.">
            <a:extLst>
              <a:ext uri="{FF2B5EF4-FFF2-40B4-BE49-F238E27FC236}">
                <a16:creationId xmlns:a16="http://schemas.microsoft.com/office/drawing/2014/main" id="{7CB4DF78-FBE8-079B-F4B4-6C79A8EA32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46917" y="4003814"/>
            <a:ext cx="3027085" cy="2819794"/>
          </a:xfrm>
          <a:prstGeom prst="rect">
            <a:avLst/>
          </a:prstGeom>
        </p:spPr>
      </p:pic>
    </p:spTree>
    <p:extLst>
      <p:ext uri="{BB962C8B-B14F-4D97-AF65-F5344CB8AC3E}">
        <p14:creationId xmlns:p14="http://schemas.microsoft.com/office/powerpoint/2010/main" val="695422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1C2B0-9B3E-C94D-8058-3F0545D531AF}"/>
              </a:ext>
            </a:extLst>
          </p:cNvPr>
          <p:cNvSpPr>
            <a:spLocks noGrp="1"/>
          </p:cNvSpPr>
          <p:nvPr>
            <p:ph type="title"/>
          </p:nvPr>
        </p:nvSpPr>
        <p:spPr>
          <a:xfrm>
            <a:off x="2578308" y="609600"/>
            <a:ext cx="6695694" cy="1320800"/>
          </a:xfrm>
        </p:spPr>
        <p:txBody>
          <a:bodyPr>
            <a:normAutofit/>
          </a:bodyPr>
          <a:lstStyle/>
          <a:p>
            <a:r>
              <a:rPr lang="en-US" sz="4000" b="1" i="1" u="sng" dirty="0">
                <a:effectLst>
                  <a:outerShdw blurRad="38100" dist="38100" dir="2700000" algn="tl">
                    <a:srgbClr val="000000">
                      <a:alpha val="43137"/>
                    </a:srgbClr>
                  </a:outerShdw>
                </a:effectLst>
              </a:rPr>
              <a:t>STEP-STEP PROCESS</a:t>
            </a:r>
          </a:p>
        </p:txBody>
      </p:sp>
      <p:sp>
        <p:nvSpPr>
          <p:cNvPr id="3" name="Content Placeholder 2">
            <a:extLst>
              <a:ext uri="{FF2B5EF4-FFF2-40B4-BE49-F238E27FC236}">
                <a16:creationId xmlns:a16="http://schemas.microsoft.com/office/drawing/2014/main" id="{832E98DF-5481-4744-0A88-6FF9ECEDD8F7}"/>
              </a:ext>
            </a:extLst>
          </p:cNvPr>
          <p:cNvSpPr>
            <a:spLocks noGrp="1"/>
          </p:cNvSpPr>
          <p:nvPr>
            <p:ph idx="1"/>
          </p:nvPr>
        </p:nvSpPr>
        <p:spPr/>
        <p:txBody>
          <a:bodyPr>
            <a:normAutofit/>
          </a:bodyPr>
          <a:lstStyle/>
          <a:p>
            <a:r>
              <a:rPr lang="en-US" b="1" i="1" dirty="0">
                <a:solidFill>
                  <a:schemeClr val="accent1">
                    <a:lumMod val="75000"/>
                  </a:schemeClr>
                </a:solidFill>
              </a:rPr>
              <a:t>Convert the data from Excel format to CSV format for easy import.</a:t>
            </a:r>
          </a:p>
          <a:p>
            <a:r>
              <a:rPr lang="en-US" b="1" i="1" dirty="0">
                <a:solidFill>
                  <a:schemeClr val="accent1">
                    <a:lumMod val="75000"/>
                  </a:schemeClr>
                </a:solidFill>
              </a:rPr>
              <a:t>Copy file address as text into binary path.</a:t>
            </a:r>
          </a:p>
          <a:p>
            <a:r>
              <a:rPr lang="en-US" b="1" i="1" dirty="0">
                <a:solidFill>
                  <a:schemeClr val="accent1">
                    <a:lumMod val="75000"/>
                  </a:schemeClr>
                </a:solidFill>
              </a:rPr>
              <a:t>Create a new PostgreSQL database.</a:t>
            </a:r>
          </a:p>
          <a:p>
            <a:r>
              <a:rPr lang="en-US" b="1" i="1" dirty="0">
                <a:solidFill>
                  <a:schemeClr val="accent1">
                    <a:lumMod val="75000"/>
                  </a:schemeClr>
                </a:solidFill>
              </a:rPr>
              <a:t>Create a table for each data set using the right data type (VARCHAR, INT, FLOAT, DATE).</a:t>
            </a:r>
          </a:p>
          <a:p>
            <a:r>
              <a:rPr lang="en-US" b="1" i="1" dirty="0">
                <a:solidFill>
                  <a:schemeClr val="accent1">
                    <a:lumMod val="75000"/>
                  </a:schemeClr>
                </a:solidFill>
              </a:rPr>
              <a:t>Import the data into PostgreSQL.</a:t>
            </a:r>
          </a:p>
          <a:p>
            <a:r>
              <a:rPr lang="en-US" b="1" i="1" dirty="0">
                <a:solidFill>
                  <a:schemeClr val="accent1">
                    <a:lumMod val="75000"/>
                  </a:schemeClr>
                </a:solidFill>
              </a:rPr>
              <a:t>Perform SQL queries for analysis using SELECT, COUNT, WHERE, MAX, AS, AVG, ORDER BY, ASC, GROUP BY AND JOIN SYNTAXES.</a:t>
            </a:r>
          </a:p>
          <a:p>
            <a:endParaRPr lang="en-US" b="1" i="1" dirty="0">
              <a:solidFill>
                <a:schemeClr val="accent1">
                  <a:lumMod val="75000"/>
                </a:schemeClr>
              </a:solidFill>
            </a:endParaRPr>
          </a:p>
          <a:p>
            <a:endParaRPr lang="en-US" b="1" i="1" dirty="0"/>
          </a:p>
        </p:txBody>
      </p:sp>
    </p:spTree>
    <p:extLst>
      <p:ext uri="{BB962C8B-B14F-4D97-AF65-F5344CB8AC3E}">
        <p14:creationId xmlns:p14="http://schemas.microsoft.com/office/powerpoint/2010/main" val="4196544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B151-02EB-AB37-1058-997D1FD61E20}"/>
              </a:ext>
            </a:extLst>
          </p:cNvPr>
          <p:cNvSpPr>
            <a:spLocks noGrp="1"/>
          </p:cNvSpPr>
          <p:nvPr>
            <p:ph type="title"/>
          </p:nvPr>
        </p:nvSpPr>
        <p:spPr>
          <a:xfrm>
            <a:off x="3342807" y="609600"/>
            <a:ext cx="5931194" cy="394741"/>
          </a:xfrm>
        </p:spPr>
        <p:txBody>
          <a:bodyPr>
            <a:normAutofit fontScale="90000"/>
          </a:bodyPr>
          <a:lstStyle/>
          <a:p>
            <a:r>
              <a:rPr lang="en-US" sz="4000" b="1" i="1" u="sng" dirty="0">
                <a:effectLst>
                  <a:outerShdw blurRad="38100" dist="38100" dir="2700000" algn="tl">
                    <a:srgbClr val="000000">
                      <a:alpha val="43137"/>
                    </a:srgbClr>
                  </a:outerShdw>
                </a:effectLst>
              </a:rPr>
              <a:t>CLEANED DATA</a:t>
            </a:r>
          </a:p>
        </p:txBody>
      </p:sp>
      <p:pic>
        <p:nvPicPr>
          <p:cNvPr id="6" name="Content Placeholder 5" descr="A screenshot of a computer&#10;&#10;AI-generated content may be incorrect.">
            <a:extLst>
              <a:ext uri="{FF2B5EF4-FFF2-40B4-BE49-F238E27FC236}">
                <a16:creationId xmlns:a16="http://schemas.microsoft.com/office/drawing/2014/main" id="{F2971089-34B9-FA8D-1EB9-95813FD366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872" y="1573967"/>
            <a:ext cx="10072075" cy="4939128"/>
          </a:xfrm>
        </p:spPr>
      </p:pic>
    </p:spTree>
    <p:extLst>
      <p:ext uri="{BB962C8B-B14F-4D97-AF65-F5344CB8AC3E}">
        <p14:creationId xmlns:p14="http://schemas.microsoft.com/office/powerpoint/2010/main" val="3234778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A6C8-8B31-A130-38A3-D6602A03A433}"/>
              </a:ext>
            </a:extLst>
          </p:cNvPr>
          <p:cNvSpPr>
            <a:spLocks noGrp="1"/>
          </p:cNvSpPr>
          <p:nvPr>
            <p:ph type="title"/>
          </p:nvPr>
        </p:nvSpPr>
        <p:spPr>
          <a:xfrm>
            <a:off x="2488367" y="325627"/>
            <a:ext cx="6785634" cy="1604773"/>
          </a:xfrm>
        </p:spPr>
        <p:txBody>
          <a:bodyPr>
            <a:normAutofit/>
          </a:bodyPr>
          <a:lstStyle/>
          <a:p>
            <a:r>
              <a:rPr lang="en-US" sz="4000" b="1" i="1" u="sng" dirty="0">
                <a:effectLst>
                  <a:outerShdw blurRad="38100" dist="38100" dir="2700000" algn="tl">
                    <a:srgbClr val="000000">
                      <a:alpha val="43137"/>
                    </a:srgbClr>
                  </a:outerShdw>
                </a:effectLst>
              </a:rPr>
              <a:t>ANALYSIS AND RESULT</a:t>
            </a:r>
          </a:p>
        </p:txBody>
      </p:sp>
      <p:sp>
        <p:nvSpPr>
          <p:cNvPr id="3" name="Content Placeholder 2">
            <a:extLst>
              <a:ext uri="{FF2B5EF4-FFF2-40B4-BE49-F238E27FC236}">
                <a16:creationId xmlns:a16="http://schemas.microsoft.com/office/drawing/2014/main" id="{9E0CA9B5-BCA2-EF80-3EFB-3F0B92FC84F4}"/>
              </a:ext>
            </a:extLst>
          </p:cNvPr>
          <p:cNvSpPr>
            <a:spLocks noGrp="1"/>
          </p:cNvSpPr>
          <p:nvPr>
            <p:ph idx="1"/>
          </p:nvPr>
        </p:nvSpPr>
        <p:spPr>
          <a:xfrm>
            <a:off x="677334" y="1229193"/>
            <a:ext cx="8596668" cy="4812169"/>
          </a:xfrm>
        </p:spPr>
        <p:txBody>
          <a:bodyPr/>
          <a:lstStyle/>
          <a:p>
            <a:r>
              <a:rPr lang="en-US" b="1" i="1" dirty="0">
                <a:solidFill>
                  <a:schemeClr val="accent1">
                    <a:lumMod val="75000"/>
                  </a:schemeClr>
                </a:solidFill>
              </a:rPr>
              <a:t>Query 1: Retrieve the first name and last name of all employees</a:t>
            </a:r>
          </a:p>
          <a:p>
            <a:endParaRPr lang="en-US" b="1" i="1" dirty="0"/>
          </a:p>
          <a:p>
            <a:endParaRPr lang="en-US" b="1" i="1" dirty="0"/>
          </a:p>
          <a:p>
            <a:endParaRPr lang="en-US" b="1" i="1" dirty="0"/>
          </a:p>
          <a:p>
            <a:endParaRPr lang="en-US" b="1" i="1" dirty="0"/>
          </a:p>
          <a:p>
            <a:endParaRPr lang="en-US" b="1" i="1" dirty="0"/>
          </a:p>
          <a:p>
            <a:pPr marL="0" indent="0">
              <a:buNone/>
            </a:pPr>
            <a:endParaRPr lang="en-US" b="1" i="1" dirty="0"/>
          </a:p>
          <a:p>
            <a:r>
              <a:rPr lang="en-US" b="1" i="1" dirty="0">
                <a:solidFill>
                  <a:schemeClr val="accent1">
                    <a:lumMod val="75000"/>
                  </a:schemeClr>
                </a:solidFill>
              </a:rPr>
              <a:t>Query 2: Find the department numbers and names</a:t>
            </a:r>
          </a:p>
          <a:p>
            <a:endParaRPr lang="en-US" b="1" i="1" dirty="0"/>
          </a:p>
          <a:p>
            <a:endParaRPr lang="en-US" b="1" i="1" dirty="0"/>
          </a:p>
          <a:p>
            <a:endParaRPr lang="en-US" b="1" i="1" dirty="0"/>
          </a:p>
        </p:txBody>
      </p:sp>
      <p:sp>
        <p:nvSpPr>
          <p:cNvPr id="7" name="TextBox 6">
            <a:extLst>
              <a:ext uri="{FF2B5EF4-FFF2-40B4-BE49-F238E27FC236}">
                <a16:creationId xmlns:a16="http://schemas.microsoft.com/office/drawing/2014/main" id="{493E7DF8-1A15-7D05-C4CE-4F8B77C51285}"/>
              </a:ext>
            </a:extLst>
          </p:cNvPr>
          <p:cNvSpPr txBox="1"/>
          <p:nvPr/>
        </p:nvSpPr>
        <p:spPr>
          <a:xfrm>
            <a:off x="4691921" y="2233534"/>
            <a:ext cx="5756223" cy="369332"/>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first_name, last_name </a:t>
            </a:r>
            <a:r>
              <a:rPr lang="en-US" b="1" i="1" dirty="0">
                <a:solidFill>
                  <a:schemeClr val="accent2">
                    <a:lumMod val="50000"/>
                  </a:schemeClr>
                </a:solidFill>
              </a:rPr>
              <a:t>FROM</a:t>
            </a:r>
            <a:r>
              <a:rPr lang="en-US" b="1" i="1" dirty="0">
                <a:solidFill>
                  <a:schemeClr val="accent1">
                    <a:lumMod val="75000"/>
                  </a:schemeClr>
                </a:solidFill>
              </a:rPr>
              <a:t> employees</a:t>
            </a:r>
          </a:p>
        </p:txBody>
      </p:sp>
      <p:sp>
        <p:nvSpPr>
          <p:cNvPr id="12" name="TextBox 11">
            <a:extLst>
              <a:ext uri="{FF2B5EF4-FFF2-40B4-BE49-F238E27FC236}">
                <a16:creationId xmlns:a16="http://schemas.microsoft.com/office/drawing/2014/main" id="{7674A62D-A550-17AC-173B-B913F662EBE4}"/>
              </a:ext>
            </a:extLst>
          </p:cNvPr>
          <p:cNvSpPr txBox="1"/>
          <p:nvPr/>
        </p:nvSpPr>
        <p:spPr>
          <a:xfrm>
            <a:off x="4691921" y="5004381"/>
            <a:ext cx="5756223" cy="369332"/>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dept_no, dept_name </a:t>
            </a:r>
            <a:r>
              <a:rPr lang="en-US" b="1" i="1" dirty="0">
                <a:solidFill>
                  <a:schemeClr val="accent2">
                    <a:lumMod val="50000"/>
                  </a:schemeClr>
                </a:solidFill>
              </a:rPr>
              <a:t>FROM</a:t>
            </a:r>
            <a:r>
              <a:rPr lang="en-US" b="1" i="1" dirty="0">
                <a:solidFill>
                  <a:schemeClr val="accent1">
                    <a:lumMod val="75000"/>
                  </a:schemeClr>
                </a:solidFill>
              </a:rPr>
              <a:t> departments</a:t>
            </a:r>
          </a:p>
        </p:txBody>
      </p:sp>
      <p:pic>
        <p:nvPicPr>
          <p:cNvPr id="8" name="Picture 7">
            <a:extLst>
              <a:ext uri="{FF2B5EF4-FFF2-40B4-BE49-F238E27FC236}">
                <a16:creationId xmlns:a16="http://schemas.microsoft.com/office/drawing/2014/main" id="{FADCD555-372D-9DCF-BC26-EF4B3DB34CEB}"/>
              </a:ext>
            </a:extLst>
          </p:cNvPr>
          <p:cNvPicPr>
            <a:picLocks noChangeAspect="1"/>
          </p:cNvPicPr>
          <p:nvPr/>
        </p:nvPicPr>
        <p:blipFill>
          <a:blip r:embed="rId2"/>
          <a:stretch>
            <a:fillRect/>
          </a:stretch>
        </p:blipFill>
        <p:spPr>
          <a:xfrm>
            <a:off x="959371" y="4392118"/>
            <a:ext cx="3280571" cy="2465882"/>
          </a:xfrm>
          <a:prstGeom prst="rect">
            <a:avLst/>
          </a:prstGeom>
        </p:spPr>
      </p:pic>
      <p:pic>
        <p:nvPicPr>
          <p:cNvPr id="10" name="Picture 9">
            <a:extLst>
              <a:ext uri="{FF2B5EF4-FFF2-40B4-BE49-F238E27FC236}">
                <a16:creationId xmlns:a16="http://schemas.microsoft.com/office/drawing/2014/main" id="{E2695C08-567E-D2E2-6921-8B99AA657500}"/>
              </a:ext>
            </a:extLst>
          </p:cNvPr>
          <p:cNvPicPr>
            <a:picLocks noChangeAspect="1"/>
          </p:cNvPicPr>
          <p:nvPr/>
        </p:nvPicPr>
        <p:blipFill>
          <a:blip r:embed="rId3"/>
          <a:stretch>
            <a:fillRect/>
          </a:stretch>
        </p:blipFill>
        <p:spPr>
          <a:xfrm>
            <a:off x="1017752" y="1609536"/>
            <a:ext cx="2999612" cy="2286467"/>
          </a:xfrm>
          <a:prstGeom prst="rect">
            <a:avLst/>
          </a:prstGeom>
        </p:spPr>
      </p:pic>
    </p:spTree>
    <p:extLst>
      <p:ext uri="{BB962C8B-B14F-4D97-AF65-F5344CB8AC3E}">
        <p14:creationId xmlns:p14="http://schemas.microsoft.com/office/powerpoint/2010/main" val="2059520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6E7A5-2C7E-879A-FAEF-53CBF759B321}"/>
              </a:ext>
            </a:extLst>
          </p:cNvPr>
          <p:cNvSpPr>
            <a:spLocks noGrp="1"/>
          </p:cNvSpPr>
          <p:nvPr>
            <p:ph type="title"/>
          </p:nvPr>
        </p:nvSpPr>
        <p:spPr>
          <a:xfrm>
            <a:off x="2383436" y="224852"/>
            <a:ext cx="6890566" cy="1019332"/>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E0B2DA9E-305B-92FF-2585-1F224D7C8433}"/>
              </a:ext>
            </a:extLst>
          </p:cNvPr>
          <p:cNvSpPr>
            <a:spLocks noGrp="1"/>
          </p:cNvSpPr>
          <p:nvPr>
            <p:ph idx="1"/>
          </p:nvPr>
        </p:nvSpPr>
        <p:spPr>
          <a:xfrm>
            <a:off x="677334" y="1244184"/>
            <a:ext cx="8596668" cy="5388963"/>
          </a:xfrm>
        </p:spPr>
        <p:txBody>
          <a:bodyPr>
            <a:normAutofit/>
          </a:bodyPr>
          <a:lstStyle/>
          <a:p>
            <a:r>
              <a:rPr lang="en-US" b="1" i="1" dirty="0">
                <a:solidFill>
                  <a:schemeClr val="accent1">
                    <a:lumMod val="75000"/>
                  </a:schemeClr>
                </a:solidFill>
              </a:rPr>
              <a:t>Query 3: Get the total number of employees</a:t>
            </a:r>
          </a:p>
          <a:p>
            <a:endParaRPr lang="en-US" b="1" i="1" dirty="0">
              <a:solidFill>
                <a:schemeClr val="accent1">
                  <a:lumMod val="75000"/>
                </a:schemeClr>
              </a:solidFill>
            </a:endParaRPr>
          </a:p>
          <a:p>
            <a:endParaRPr lang="en-US" b="1" i="1" dirty="0">
              <a:solidFill>
                <a:schemeClr val="accent1">
                  <a:lumMod val="75000"/>
                </a:schemeClr>
              </a:solidFill>
            </a:endParaRPr>
          </a:p>
          <a:p>
            <a:r>
              <a:rPr lang="en-US" b="1" i="1" dirty="0">
                <a:solidFill>
                  <a:schemeClr val="accent1">
                    <a:lumMod val="75000"/>
                  </a:schemeClr>
                </a:solidFill>
              </a:rPr>
              <a:t>Query 4: Find the average salary of all employees</a:t>
            </a:r>
          </a:p>
          <a:p>
            <a:endParaRPr lang="en-US" b="1" i="1" dirty="0">
              <a:solidFill>
                <a:schemeClr val="accent1">
                  <a:lumMod val="75000"/>
                </a:schemeClr>
              </a:solidFill>
            </a:endParaRPr>
          </a:p>
          <a:p>
            <a:endParaRPr lang="en-US" b="1" i="1" dirty="0">
              <a:solidFill>
                <a:schemeClr val="accent1">
                  <a:lumMod val="75000"/>
                </a:schemeClr>
              </a:solidFill>
            </a:endParaRPr>
          </a:p>
          <a:p>
            <a:r>
              <a:rPr lang="en-US" b="1" i="1" dirty="0">
                <a:solidFill>
                  <a:schemeClr val="accent1">
                    <a:lumMod val="75000"/>
                  </a:schemeClr>
                </a:solidFill>
              </a:rPr>
              <a:t>Query 5: Retrieve the birth date and hire date of employee with emp_no 10003</a:t>
            </a:r>
          </a:p>
          <a:p>
            <a:endParaRPr lang="en-US" b="1" i="1" dirty="0">
              <a:solidFill>
                <a:schemeClr val="accent1">
                  <a:lumMod val="75000"/>
                </a:schemeClr>
              </a:solidFill>
            </a:endParaRPr>
          </a:p>
          <a:p>
            <a:pPr marL="0" indent="0">
              <a:buNone/>
            </a:pPr>
            <a:endParaRPr lang="en-US" b="1" i="1" dirty="0">
              <a:solidFill>
                <a:schemeClr val="accent1">
                  <a:lumMod val="75000"/>
                </a:schemeClr>
              </a:solidFill>
            </a:endParaRPr>
          </a:p>
          <a:p>
            <a:r>
              <a:rPr lang="en-US" b="1" i="1" dirty="0">
                <a:solidFill>
                  <a:schemeClr val="accent1">
                    <a:lumMod val="75000"/>
                  </a:schemeClr>
                </a:solidFill>
              </a:rPr>
              <a:t>Query 6: Get the total number of departments</a:t>
            </a:r>
          </a:p>
          <a:p>
            <a:endParaRPr lang="en-US" b="1" i="1" dirty="0">
              <a:solidFill>
                <a:schemeClr val="accent1">
                  <a:lumMod val="75000"/>
                </a:schemeClr>
              </a:solidFill>
            </a:endParaRPr>
          </a:p>
          <a:p>
            <a:endParaRPr lang="en-US" b="1" i="1" dirty="0"/>
          </a:p>
        </p:txBody>
      </p:sp>
      <p:sp>
        <p:nvSpPr>
          <p:cNvPr id="14" name="TextBox 13">
            <a:extLst>
              <a:ext uri="{FF2B5EF4-FFF2-40B4-BE49-F238E27FC236}">
                <a16:creationId xmlns:a16="http://schemas.microsoft.com/office/drawing/2014/main" id="{3F56B367-47E4-AF89-D453-2095C4199A65}"/>
              </a:ext>
            </a:extLst>
          </p:cNvPr>
          <p:cNvSpPr txBox="1"/>
          <p:nvPr/>
        </p:nvSpPr>
        <p:spPr>
          <a:xfrm>
            <a:off x="3417757" y="1727828"/>
            <a:ext cx="6760564" cy="646331"/>
          </a:xfrm>
          <a:prstGeom prst="rect">
            <a:avLst/>
          </a:prstGeom>
          <a:noFill/>
        </p:spPr>
        <p:txBody>
          <a:bodyPr wrap="square" rtlCol="0">
            <a:spAutoFit/>
          </a:bodyPr>
          <a:lstStyle/>
          <a:p>
            <a:r>
              <a:rPr lang="en-US" b="1" i="1" dirty="0">
                <a:solidFill>
                  <a:schemeClr val="accent2">
                    <a:lumMod val="50000"/>
                  </a:schemeClr>
                </a:solidFill>
              </a:rPr>
              <a:t>SELECT COUNT</a:t>
            </a:r>
            <a:r>
              <a:rPr lang="en-US" b="1" i="1" dirty="0">
                <a:solidFill>
                  <a:schemeClr val="accent1">
                    <a:lumMod val="75000"/>
                  </a:schemeClr>
                </a:solidFill>
              </a:rPr>
              <a:t>(emp_no) </a:t>
            </a:r>
            <a:r>
              <a:rPr lang="en-US" b="1" i="1" dirty="0">
                <a:solidFill>
                  <a:schemeClr val="accent2">
                    <a:lumMod val="50000"/>
                  </a:schemeClr>
                </a:solidFill>
              </a:rPr>
              <a:t>AS </a:t>
            </a:r>
            <a:r>
              <a:rPr lang="en-US" b="1" i="1" dirty="0">
                <a:solidFill>
                  <a:schemeClr val="accent1">
                    <a:lumMod val="75000"/>
                  </a:schemeClr>
                </a:solidFill>
              </a:rPr>
              <a:t>total_employees </a:t>
            </a:r>
            <a:r>
              <a:rPr lang="en-US" b="1" i="1" dirty="0">
                <a:solidFill>
                  <a:schemeClr val="accent2">
                    <a:lumMod val="50000"/>
                  </a:schemeClr>
                </a:solidFill>
              </a:rPr>
              <a:t>FROM</a:t>
            </a:r>
            <a:r>
              <a:rPr lang="en-US" b="1" i="1" dirty="0">
                <a:solidFill>
                  <a:schemeClr val="accent1">
                    <a:lumMod val="75000"/>
                  </a:schemeClr>
                </a:solidFill>
              </a:rPr>
              <a:t> employees</a:t>
            </a:r>
          </a:p>
        </p:txBody>
      </p:sp>
      <p:sp>
        <p:nvSpPr>
          <p:cNvPr id="15" name="TextBox 14">
            <a:extLst>
              <a:ext uri="{FF2B5EF4-FFF2-40B4-BE49-F238E27FC236}">
                <a16:creationId xmlns:a16="http://schemas.microsoft.com/office/drawing/2014/main" id="{14EA898E-70D0-8DFF-C026-140F49221083}"/>
              </a:ext>
            </a:extLst>
          </p:cNvPr>
          <p:cNvSpPr txBox="1"/>
          <p:nvPr/>
        </p:nvSpPr>
        <p:spPr>
          <a:xfrm>
            <a:off x="3447077" y="2863392"/>
            <a:ext cx="6731244" cy="646331"/>
          </a:xfrm>
          <a:prstGeom prst="rect">
            <a:avLst/>
          </a:prstGeom>
          <a:noFill/>
        </p:spPr>
        <p:txBody>
          <a:bodyPr wrap="square" rtlCol="0">
            <a:spAutoFit/>
          </a:bodyPr>
          <a:lstStyle/>
          <a:p>
            <a:r>
              <a:rPr lang="en-US" b="1" i="1" dirty="0">
                <a:solidFill>
                  <a:schemeClr val="accent2">
                    <a:lumMod val="50000"/>
                  </a:schemeClr>
                </a:solidFill>
              </a:rPr>
              <a:t>SELECT </a:t>
            </a:r>
            <a:r>
              <a:rPr lang="en-US" b="1" i="1" dirty="0">
                <a:solidFill>
                  <a:schemeClr val="accent1">
                    <a:lumMod val="75000"/>
                  </a:schemeClr>
                </a:solidFill>
              </a:rPr>
              <a:t>round(</a:t>
            </a:r>
            <a:r>
              <a:rPr lang="en-US" b="1" i="1" dirty="0">
                <a:solidFill>
                  <a:schemeClr val="accent2">
                    <a:lumMod val="50000"/>
                  </a:schemeClr>
                </a:solidFill>
              </a:rPr>
              <a:t>AVG</a:t>
            </a:r>
            <a:r>
              <a:rPr lang="en-US" b="1" i="1" dirty="0">
                <a:solidFill>
                  <a:schemeClr val="accent1">
                    <a:lumMod val="75000"/>
                  </a:schemeClr>
                </a:solidFill>
              </a:rPr>
              <a:t>(salary), 2) </a:t>
            </a:r>
            <a:r>
              <a:rPr lang="en-US" b="1" i="1" dirty="0">
                <a:solidFill>
                  <a:schemeClr val="accent2">
                    <a:lumMod val="50000"/>
                  </a:schemeClr>
                </a:solidFill>
              </a:rPr>
              <a:t>AS</a:t>
            </a:r>
            <a:r>
              <a:rPr lang="en-US" b="1" i="1" dirty="0">
                <a:solidFill>
                  <a:schemeClr val="accent1">
                    <a:lumMod val="75000"/>
                  </a:schemeClr>
                </a:solidFill>
              </a:rPr>
              <a:t> average_salary </a:t>
            </a:r>
            <a:r>
              <a:rPr lang="en-US" b="1" i="1" dirty="0">
                <a:solidFill>
                  <a:schemeClr val="accent2">
                    <a:lumMod val="50000"/>
                  </a:schemeClr>
                </a:solidFill>
              </a:rPr>
              <a:t>FROM</a:t>
            </a:r>
            <a:r>
              <a:rPr lang="en-US" b="1" i="1" dirty="0">
                <a:solidFill>
                  <a:schemeClr val="accent1">
                    <a:lumMod val="75000"/>
                  </a:schemeClr>
                </a:solidFill>
              </a:rPr>
              <a:t> salaries</a:t>
            </a:r>
          </a:p>
        </p:txBody>
      </p:sp>
      <p:sp>
        <p:nvSpPr>
          <p:cNvPr id="16" name="TextBox 15">
            <a:extLst>
              <a:ext uri="{FF2B5EF4-FFF2-40B4-BE49-F238E27FC236}">
                <a16:creationId xmlns:a16="http://schemas.microsoft.com/office/drawing/2014/main" id="{0F62C171-B242-DB73-AB72-E3E63F053BA0}"/>
              </a:ext>
            </a:extLst>
          </p:cNvPr>
          <p:cNvSpPr txBox="1"/>
          <p:nvPr/>
        </p:nvSpPr>
        <p:spPr>
          <a:xfrm>
            <a:off x="4182714" y="4275956"/>
            <a:ext cx="6760564" cy="646331"/>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emp_no, birth_date, hire_date </a:t>
            </a:r>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WHERE</a:t>
            </a:r>
            <a:r>
              <a:rPr lang="en-US" b="1" i="1" dirty="0">
                <a:solidFill>
                  <a:schemeClr val="accent1">
                    <a:lumMod val="75000"/>
                  </a:schemeClr>
                </a:solidFill>
              </a:rPr>
              <a:t> emp_no=10003</a:t>
            </a:r>
          </a:p>
        </p:txBody>
      </p:sp>
      <p:sp>
        <p:nvSpPr>
          <p:cNvPr id="17" name="TextBox 16">
            <a:extLst>
              <a:ext uri="{FF2B5EF4-FFF2-40B4-BE49-F238E27FC236}">
                <a16:creationId xmlns:a16="http://schemas.microsoft.com/office/drawing/2014/main" id="{50A7835A-CCD6-1694-37AE-572E8A34D41A}"/>
              </a:ext>
            </a:extLst>
          </p:cNvPr>
          <p:cNvSpPr txBox="1"/>
          <p:nvPr/>
        </p:nvSpPr>
        <p:spPr>
          <a:xfrm>
            <a:off x="3447077" y="5587785"/>
            <a:ext cx="6731244" cy="646331"/>
          </a:xfrm>
          <a:prstGeom prst="rect">
            <a:avLst/>
          </a:prstGeom>
          <a:noFill/>
        </p:spPr>
        <p:txBody>
          <a:bodyPr wrap="square" rtlCol="0">
            <a:spAutoFit/>
          </a:bodyPr>
          <a:lstStyle/>
          <a:p>
            <a:r>
              <a:rPr lang="en-US" b="1" i="1" dirty="0">
                <a:solidFill>
                  <a:schemeClr val="accent2">
                    <a:lumMod val="50000"/>
                  </a:schemeClr>
                </a:solidFill>
              </a:rPr>
              <a:t>SELECT COUNT</a:t>
            </a:r>
            <a:r>
              <a:rPr lang="en-US" b="1" i="1" dirty="0">
                <a:solidFill>
                  <a:schemeClr val="accent1">
                    <a:lumMod val="75000"/>
                  </a:schemeClr>
                </a:solidFill>
              </a:rPr>
              <a:t>(dept_name) </a:t>
            </a:r>
            <a:r>
              <a:rPr lang="en-US" b="1" i="1" dirty="0">
                <a:solidFill>
                  <a:schemeClr val="accent2">
                    <a:lumMod val="50000"/>
                  </a:schemeClr>
                </a:solidFill>
              </a:rPr>
              <a:t>AS</a:t>
            </a:r>
            <a:r>
              <a:rPr lang="en-US" b="1" i="1" dirty="0">
                <a:solidFill>
                  <a:schemeClr val="accent1">
                    <a:lumMod val="75000"/>
                  </a:schemeClr>
                </a:solidFill>
              </a:rPr>
              <a:t> total_departments </a:t>
            </a:r>
            <a:r>
              <a:rPr lang="en-US" b="1" i="1" dirty="0">
                <a:solidFill>
                  <a:schemeClr val="accent2">
                    <a:lumMod val="50000"/>
                  </a:schemeClr>
                </a:solidFill>
              </a:rPr>
              <a:t>FROM</a:t>
            </a:r>
            <a:r>
              <a:rPr lang="en-US" b="1" i="1" dirty="0">
                <a:solidFill>
                  <a:schemeClr val="accent1">
                    <a:lumMod val="75000"/>
                  </a:schemeClr>
                </a:solidFill>
              </a:rPr>
              <a:t> departments</a:t>
            </a:r>
          </a:p>
        </p:txBody>
      </p:sp>
      <p:pic>
        <p:nvPicPr>
          <p:cNvPr id="9" name="Picture 8">
            <a:extLst>
              <a:ext uri="{FF2B5EF4-FFF2-40B4-BE49-F238E27FC236}">
                <a16:creationId xmlns:a16="http://schemas.microsoft.com/office/drawing/2014/main" id="{E7411198-93F3-BC0D-5D08-F80E5B88D46C}"/>
              </a:ext>
            </a:extLst>
          </p:cNvPr>
          <p:cNvPicPr>
            <a:picLocks noChangeAspect="1"/>
          </p:cNvPicPr>
          <p:nvPr/>
        </p:nvPicPr>
        <p:blipFill>
          <a:blip r:embed="rId2"/>
          <a:stretch>
            <a:fillRect/>
          </a:stretch>
        </p:blipFill>
        <p:spPr>
          <a:xfrm>
            <a:off x="992027" y="4380032"/>
            <a:ext cx="2905315" cy="705584"/>
          </a:xfrm>
          <a:prstGeom prst="rect">
            <a:avLst/>
          </a:prstGeom>
        </p:spPr>
      </p:pic>
      <p:pic>
        <p:nvPicPr>
          <p:cNvPr id="10" name="Picture 9">
            <a:extLst>
              <a:ext uri="{FF2B5EF4-FFF2-40B4-BE49-F238E27FC236}">
                <a16:creationId xmlns:a16="http://schemas.microsoft.com/office/drawing/2014/main" id="{DC176E22-6B95-7FEA-8737-614836137F44}"/>
              </a:ext>
            </a:extLst>
          </p:cNvPr>
          <p:cNvPicPr>
            <a:picLocks noChangeAspect="1"/>
          </p:cNvPicPr>
          <p:nvPr/>
        </p:nvPicPr>
        <p:blipFill>
          <a:blip r:embed="rId3"/>
          <a:stretch>
            <a:fillRect/>
          </a:stretch>
        </p:blipFill>
        <p:spPr>
          <a:xfrm>
            <a:off x="992026" y="1713777"/>
            <a:ext cx="2127283" cy="646330"/>
          </a:xfrm>
          <a:prstGeom prst="rect">
            <a:avLst/>
          </a:prstGeom>
        </p:spPr>
      </p:pic>
      <p:pic>
        <p:nvPicPr>
          <p:cNvPr id="12" name="Picture 11">
            <a:extLst>
              <a:ext uri="{FF2B5EF4-FFF2-40B4-BE49-F238E27FC236}">
                <a16:creationId xmlns:a16="http://schemas.microsoft.com/office/drawing/2014/main" id="{8CA8328D-BFCA-A449-C2E9-89AB03B42E0F}"/>
              </a:ext>
            </a:extLst>
          </p:cNvPr>
          <p:cNvPicPr>
            <a:picLocks noChangeAspect="1"/>
          </p:cNvPicPr>
          <p:nvPr/>
        </p:nvPicPr>
        <p:blipFill>
          <a:blip r:embed="rId4"/>
          <a:stretch>
            <a:fillRect/>
          </a:stretch>
        </p:blipFill>
        <p:spPr>
          <a:xfrm>
            <a:off x="992026" y="5710925"/>
            <a:ext cx="2232115" cy="646330"/>
          </a:xfrm>
          <a:prstGeom prst="rect">
            <a:avLst/>
          </a:prstGeom>
        </p:spPr>
      </p:pic>
      <p:grpSp>
        <p:nvGrpSpPr>
          <p:cNvPr id="4" name="Group 4">
            <a:extLst>
              <a:ext uri="{FF2B5EF4-FFF2-40B4-BE49-F238E27FC236}">
                <a16:creationId xmlns:a16="http://schemas.microsoft.com/office/drawing/2014/main" id="{0BCB975E-BF55-2A70-BA25-E4A0D341BD59}"/>
              </a:ext>
            </a:extLst>
          </p:cNvPr>
          <p:cNvGrpSpPr>
            <a:grpSpLocks noChangeAspect="1"/>
          </p:cNvGrpSpPr>
          <p:nvPr/>
        </p:nvGrpSpPr>
        <p:grpSpPr bwMode="auto">
          <a:xfrm>
            <a:off x="992188" y="2927352"/>
            <a:ext cx="2136774" cy="722313"/>
            <a:chOff x="625" y="1844"/>
            <a:chExt cx="1346" cy="455"/>
          </a:xfrm>
        </p:grpSpPr>
        <p:sp>
          <p:nvSpPr>
            <p:cNvPr id="5" name="AutoShape 3">
              <a:extLst>
                <a:ext uri="{FF2B5EF4-FFF2-40B4-BE49-F238E27FC236}">
                  <a16:creationId xmlns:a16="http://schemas.microsoft.com/office/drawing/2014/main" id="{17CC84E7-927A-3E87-60B7-B054BD1B7C12}"/>
                </a:ext>
              </a:extLst>
            </p:cNvPr>
            <p:cNvSpPr>
              <a:spLocks noChangeAspect="1" noChangeArrowheads="1" noTextEdit="1"/>
            </p:cNvSpPr>
            <p:nvPr/>
          </p:nvSpPr>
          <p:spPr bwMode="auto">
            <a:xfrm>
              <a:off x="625" y="1844"/>
              <a:ext cx="1273"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1B49C1F6-309C-99F4-D186-66F629C2CC93}"/>
                </a:ext>
              </a:extLst>
            </p:cNvPr>
            <p:cNvSpPr>
              <a:spLocks noChangeArrowheads="1"/>
            </p:cNvSpPr>
            <p:nvPr/>
          </p:nvSpPr>
          <p:spPr bwMode="auto">
            <a:xfrm>
              <a:off x="625" y="1844"/>
              <a:ext cx="1273" cy="22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56FCF00B-77A2-F235-8FD8-50E84B7A5BB9}"/>
                </a:ext>
              </a:extLst>
            </p:cNvPr>
            <p:cNvSpPr>
              <a:spLocks noChangeArrowheads="1"/>
            </p:cNvSpPr>
            <p:nvPr/>
          </p:nvSpPr>
          <p:spPr bwMode="auto">
            <a:xfrm>
              <a:off x="625" y="2061"/>
              <a:ext cx="1273" cy="227"/>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F02349EA-B17B-D9CD-A2D5-37F4094B54A3}"/>
                </a:ext>
              </a:extLst>
            </p:cNvPr>
            <p:cNvSpPr>
              <a:spLocks noChangeArrowheads="1"/>
            </p:cNvSpPr>
            <p:nvPr/>
          </p:nvSpPr>
          <p:spPr bwMode="auto">
            <a:xfrm>
              <a:off x="658" y="1855"/>
              <a:ext cx="119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FFFFFF"/>
                  </a:solidFill>
                  <a:effectLst/>
                  <a:latin typeface="Aptos Narrow" panose="020B0004020202020204" pitchFamily="34" charset="0"/>
                </a:rPr>
                <a:t>average_salary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046F1E2F-B911-3624-123E-657376519693}"/>
                </a:ext>
              </a:extLst>
            </p:cNvPr>
            <p:cNvSpPr>
              <a:spLocks noChangeArrowheads="1"/>
            </p:cNvSpPr>
            <p:nvPr/>
          </p:nvSpPr>
          <p:spPr bwMode="auto">
            <a:xfrm>
              <a:off x="1268" y="2082"/>
              <a:ext cx="70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ptos Narrow" panose="020B0004020202020204" pitchFamily="34" charset="0"/>
                </a:rPr>
                <a:t>62666.67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9">
              <a:extLst>
                <a:ext uri="{FF2B5EF4-FFF2-40B4-BE49-F238E27FC236}">
                  <a16:creationId xmlns:a16="http://schemas.microsoft.com/office/drawing/2014/main" id="{089EE7DA-2624-BDC5-98F1-C4CE3EA35356}"/>
                </a:ext>
              </a:extLst>
            </p:cNvPr>
            <p:cNvSpPr>
              <a:spLocks noChangeArrowheads="1"/>
            </p:cNvSpPr>
            <p:nvPr/>
          </p:nvSpPr>
          <p:spPr bwMode="auto">
            <a:xfrm>
              <a:off x="625" y="1844"/>
              <a:ext cx="11" cy="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0">
              <a:extLst>
                <a:ext uri="{FF2B5EF4-FFF2-40B4-BE49-F238E27FC236}">
                  <a16:creationId xmlns:a16="http://schemas.microsoft.com/office/drawing/2014/main" id="{2B275CA7-3498-C367-9FA1-3B5715FE51F3}"/>
                </a:ext>
              </a:extLst>
            </p:cNvPr>
            <p:cNvSpPr>
              <a:spLocks noChangeArrowheads="1"/>
            </p:cNvSpPr>
            <p:nvPr/>
          </p:nvSpPr>
          <p:spPr bwMode="auto">
            <a:xfrm>
              <a:off x="1887" y="1844"/>
              <a:ext cx="11" cy="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1">
              <a:extLst>
                <a:ext uri="{FF2B5EF4-FFF2-40B4-BE49-F238E27FC236}">
                  <a16:creationId xmlns:a16="http://schemas.microsoft.com/office/drawing/2014/main" id="{748F9B48-D6D3-A297-9967-5D6FA5D96921}"/>
                </a:ext>
              </a:extLst>
            </p:cNvPr>
            <p:cNvSpPr>
              <a:spLocks noChangeArrowheads="1"/>
            </p:cNvSpPr>
            <p:nvPr/>
          </p:nvSpPr>
          <p:spPr bwMode="auto">
            <a:xfrm>
              <a:off x="625" y="2050"/>
              <a:ext cx="1273" cy="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Line 12">
              <a:extLst>
                <a:ext uri="{FF2B5EF4-FFF2-40B4-BE49-F238E27FC236}">
                  <a16:creationId xmlns:a16="http://schemas.microsoft.com/office/drawing/2014/main" id="{DD601E0D-F0AA-3263-BD7F-C760C8FD875D}"/>
                </a:ext>
              </a:extLst>
            </p:cNvPr>
            <p:cNvSpPr>
              <a:spLocks noChangeShapeType="1"/>
            </p:cNvSpPr>
            <p:nvPr/>
          </p:nvSpPr>
          <p:spPr bwMode="auto">
            <a:xfrm>
              <a:off x="625" y="228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Rectangle 13">
              <a:extLst>
                <a:ext uri="{FF2B5EF4-FFF2-40B4-BE49-F238E27FC236}">
                  <a16:creationId xmlns:a16="http://schemas.microsoft.com/office/drawing/2014/main" id="{14F3A237-F8C3-86AD-FCCD-CA20D1076448}"/>
                </a:ext>
              </a:extLst>
            </p:cNvPr>
            <p:cNvSpPr>
              <a:spLocks noChangeArrowheads="1"/>
            </p:cNvSpPr>
            <p:nvPr/>
          </p:nvSpPr>
          <p:spPr bwMode="auto">
            <a:xfrm>
              <a:off x="625" y="2288"/>
              <a:ext cx="11" cy="1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Line 14">
              <a:extLst>
                <a:ext uri="{FF2B5EF4-FFF2-40B4-BE49-F238E27FC236}">
                  <a16:creationId xmlns:a16="http://schemas.microsoft.com/office/drawing/2014/main" id="{740BDD67-DF8F-5380-0428-624D704F33BB}"/>
                </a:ext>
              </a:extLst>
            </p:cNvPr>
            <p:cNvSpPr>
              <a:spLocks noChangeShapeType="1"/>
            </p:cNvSpPr>
            <p:nvPr/>
          </p:nvSpPr>
          <p:spPr bwMode="auto">
            <a:xfrm>
              <a:off x="1887" y="228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Rectangle 15">
              <a:extLst>
                <a:ext uri="{FF2B5EF4-FFF2-40B4-BE49-F238E27FC236}">
                  <a16:creationId xmlns:a16="http://schemas.microsoft.com/office/drawing/2014/main" id="{30F52E2F-BA55-45E9-FDF4-EF672ECEA97A}"/>
                </a:ext>
              </a:extLst>
            </p:cNvPr>
            <p:cNvSpPr>
              <a:spLocks noChangeArrowheads="1"/>
            </p:cNvSpPr>
            <p:nvPr/>
          </p:nvSpPr>
          <p:spPr bwMode="auto">
            <a:xfrm>
              <a:off x="1887" y="2288"/>
              <a:ext cx="11" cy="1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Line 16">
              <a:extLst>
                <a:ext uri="{FF2B5EF4-FFF2-40B4-BE49-F238E27FC236}">
                  <a16:creationId xmlns:a16="http://schemas.microsoft.com/office/drawing/2014/main" id="{CE725606-8A25-6830-EC41-E78550971116}"/>
                </a:ext>
              </a:extLst>
            </p:cNvPr>
            <p:cNvSpPr>
              <a:spLocks noChangeShapeType="1"/>
            </p:cNvSpPr>
            <p:nvPr/>
          </p:nvSpPr>
          <p:spPr bwMode="auto">
            <a:xfrm>
              <a:off x="1898" y="1844"/>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Rectangle 17">
              <a:extLst>
                <a:ext uri="{FF2B5EF4-FFF2-40B4-BE49-F238E27FC236}">
                  <a16:creationId xmlns:a16="http://schemas.microsoft.com/office/drawing/2014/main" id="{F9317BEB-394B-E15F-720D-DF84112387B1}"/>
                </a:ext>
              </a:extLst>
            </p:cNvPr>
            <p:cNvSpPr>
              <a:spLocks noChangeArrowheads="1"/>
            </p:cNvSpPr>
            <p:nvPr/>
          </p:nvSpPr>
          <p:spPr bwMode="auto">
            <a:xfrm>
              <a:off x="1898" y="1844"/>
              <a:ext cx="11" cy="1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Line 18">
              <a:extLst>
                <a:ext uri="{FF2B5EF4-FFF2-40B4-BE49-F238E27FC236}">
                  <a16:creationId xmlns:a16="http://schemas.microsoft.com/office/drawing/2014/main" id="{3598BD16-486C-ECAB-32F1-19591AB0DC4F}"/>
                </a:ext>
              </a:extLst>
            </p:cNvPr>
            <p:cNvSpPr>
              <a:spLocks noChangeShapeType="1"/>
            </p:cNvSpPr>
            <p:nvPr/>
          </p:nvSpPr>
          <p:spPr bwMode="auto">
            <a:xfrm>
              <a:off x="1898" y="2061"/>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Rectangle 19">
              <a:extLst>
                <a:ext uri="{FF2B5EF4-FFF2-40B4-BE49-F238E27FC236}">
                  <a16:creationId xmlns:a16="http://schemas.microsoft.com/office/drawing/2014/main" id="{B53689B8-526F-2D1B-093B-34CF9DCE549A}"/>
                </a:ext>
              </a:extLst>
            </p:cNvPr>
            <p:cNvSpPr>
              <a:spLocks noChangeArrowheads="1"/>
            </p:cNvSpPr>
            <p:nvPr/>
          </p:nvSpPr>
          <p:spPr bwMode="auto">
            <a:xfrm>
              <a:off x="1898" y="2061"/>
              <a:ext cx="11" cy="1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20">
              <a:extLst>
                <a:ext uri="{FF2B5EF4-FFF2-40B4-BE49-F238E27FC236}">
                  <a16:creationId xmlns:a16="http://schemas.microsoft.com/office/drawing/2014/main" id="{72B6A41E-C282-CD2D-D109-8E8A798D288D}"/>
                </a:ext>
              </a:extLst>
            </p:cNvPr>
            <p:cNvSpPr>
              <a:spLocks noChangeShapeType="1"/>
            </p:cNvSpPr>
            <p:nvPr/>
          </p:nvSpPr>
          <p:spPr bwMode="auto">
            <a:xfrm>
              <a:off x="1898" y="2277"/>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Rectangle 21">
              <a:extLst>
                <a:ext uri="{FF2B5EF4-FFF2-40B4-BE49-F238E27FC236}">
                  <a16:creationId xmlns:a16="http://schemas.microsoft.com/office/drawing/2014/main" id="{CCD704EA-21B5-4458-1160-FDCDAC7417CA}"/>
                </a:ext>
              </a:extLst>
            </p:cNvPr>
            <p:cNvSpPr>
              <a:spLocks noChangeArrowheads="1"/>
            </p:cNvSpPr>
            <p:nvPr/>
          </p:nvSpPr>
          <p:spPr bwMode="auto">
            <a:xfrm>
              <a:off x="1898" y="2277"/>
              <a:ext cx="11" cy="1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2">
              <a:extLst>
                <a:ext uri="{FF2B5EF4-FFF2-40B4-BE49-F238E27FC236}">
                  <a16:creationId xmlns:a16="http://schemas.microsoft.com/office/drawing/2014/main" id="{25F48E1E-5A12-9640-7B45-7FDCB05F50A0}"/>
                </a:ext>
              </a:extLst>
            </p:cNvPr>
            <p:cNvSpPr>
              <a:spLocks noChangeArrowheads="1"/>
            </p:cNvSpPr>
            <p:nvPr/>
          </p:nvSpPr>
          <p:spPr bwMode="auto">
            <a:xfrm>
              <a:off x="1865" y="2256"/>
              <a:ext cx="22" cy="21"/>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23">
              <a:extLst>
                <a:ext uri="{FF2B5EF4-FFF2-40B4-BE49-F238E27FC236}">
                  <a16:creationId xmlns:a16="http://schemas.microsoft.com/office/drawing/2014/main" id="{ED4D1C0C-7257-836C-3322-6EAE5DF246EC}"/>
                </a:ext>
              </a:extLst>
            </p:cNvPr>
            <p:cNvSpPr>
              <a:spLocks noChangeArrowheads="1"/>
            </p:cNvSpPr>
            <p:nvPr/>
          </p:nvSpPr>
          <p:spPr bwMode="auto">
            <a:xfrm>
              <a:off x="1876" y="2267"/>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24">
              <a:extLst>
                <a:ext uri="{FF2B5EF4-FFF2-40B4-BE49-F238E27FC236}">
                  <a16:creationId xmlns:a16="http://schemas.microsoft.com/office/drawing/2014/main" id="{03669496-2164-580F-EFD0-7C8372632D98}"/>
                </a:ext>
              </a:extLst>
            </p:cNvPr>
            <p:cNvSpPr>
              <a:spLocks noChangeArrowheads="1"/>
            </p:cNvSpPr>
            <p:nvPr/>
          </p:nvSpPr>
          <p:spPr bwMode="auto">
            <a:xfrm>
              <a:off x="1876" y="2267"/>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25">
              <a:extLst>
                <a:ext uri="{FF2B5EF4-FFF2-40B4-BE49-F238E27FC236}">
                  <a16:creationId xmlns:a16="http://schemas.microsoft.com/office/drawing/2014/main" id="{6DB404F7-0270-DFD7-5FEF-F501F44A4D67}"/>
                </a:ext>
              </a:extLst>
            </p:cNvPr>
            <p:cNvSpPr>
              <a:spLocks noChangeArrowheads="1"/>
            </p:cNvSpPr>
            <p:nvPr/>
          </p:nvSpPr>
          <p:spPr bwMode="auto">
            <a:xfrm>
              <a:off x="1843" y="2256"/>
              <a:ext cx="22" cy="21"/>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26">
              <a:extLst>
                <a:ext uri="{FF2B5EF4-FFF2-40B4-BE49-F238E27FC236}">
                  <a16:creationId xmlns:a16="http://schemas.microsoft.com/office/drawing/2014/main" id="{F8A15C8E-6202-6986-16FB-6BCE94E3F751}"/>
                </a:ext>
              </a:extLst>
            </p:cNvPr>
            <p:cNvSpPr>
              <a:spLocks noChangeArrowheads="1"/>
            </p:cNvSpPr>
            <p:nvPr/>
          </p:nvSpPr>
          <p:spPr bwMode="auto">
            <a:xfrm>
              <a:off x="1854" y="2267"/>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27">
              <a:extLst>
                <a:ext uri="{FF2B5EF4-FFF2-40B4-BE49-F238E27FC236}">
                  <a16:creationId xmlns:a16="http://schemas.microsoft.com/office/drawing/2014/main" id="{61461D81-07BA-23A4-3D35-7C49D6B74F7D}"/>
                </a:ext>
              </a:extLst>
            </p:cNvPr>
            <p:cNvSpPr>
              <a:spLocks noChangeArrowheads="1"/>
            </p:cNvSpPr>
            <p:nvPr/>
          </p:nvSpPr>
          <p:spPr bwMode="auto">
            <a:xfrm>
              <a:off x="1854" y="2267"/>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28">
              <a:extLst>
                <a:ext uri="{FF2B5EF4-FFF2-40B4-BE49-F238E27FC236}">
                  <a16:creationId xmlns:a16="http://schemas.microsoft.com/office/drawing/2014/main" id="{5EC4D3FF-0DDB-370A-E906-DAC7F0396FAB}"/>
                </a:ext>
              </a:extLst>
            </p:cNvPr>
            <p:cNvSpPr>
              <a:spLocks noChangeArrowheads="1"/>
            </p:cNvSpPr>
            <p:nvPr/>
          </p:nvSpPr>
          <p:spPr bwMode="auto">
            <a:xfrm>
              <a:off x="1865" y="2234"/>
              <a:ext cx="22" cy="22"/>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29">
              <a:extLst>
                <a:ext uri="{FF2B5EF4-FFF2-40B4-BE49-F238E27FC236}">
                  <a16:creationId xmlns:a16="http://schemas.microsoft.com/office/drawing/2014/main" id="{78CE47B3-DFC9-7CD9-13FE-E134DEB3FF24}"/>
                </a:ext>
              </a:extLst>
            </p:cNvPr>
            <p:cNvSpPr>
              <a:spLocks noChangeArrowheads="1"/>
            </p:cNvSpPr>
            <p:nvPr/>
          </p:nvSpPr>
          <p:spPr bwMode="auto">
            <a:xfrm>
              <a:off x="1876" y="2245"/>
              <a:ext cx="11" cy="11"/>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30">
              <a:extLst>
                <a:ext uri="{FF2B5EF4-FFF2-40B4-BE49-F238E27FC236}">
                  <a16:creationId xmlns:a16="http://schemas.microsoft.com/office/drawing/2014/main" id="{F30F563D-E468-AE95-48A2-C75FB9E8473A}"/>
                </a:ext>
              </a:extLst>
            </p:cNvPr>
            <p:cNvSpPr>
              <a:spLocks noChangeArrowheads="1"/>
            </p:cNvSpPr>
            <p:nvPr/>
          </p:nvSpPr>
          <p:spPr bwMode="auto">
            <a:xfrm>
              <a:off x="1876" y="2245"/>
              <a:ext cx="11" cy="11"/>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0370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BBF2-639D-A53E-ED38-627B948AE1E0}"/>
              </a:ext>
            </a:extLst>
          </p:cNvPr>
          <p:cNvSpPr>
            <a:spLocks noGrp="1"/>
          </p:cNvSpPr>
          <p:nvPr>
            <p:ph type="title"/>
          </p:nvPr>
        </p:nvSpPr>
        <p:spPr>
          <a:xfrm>
            <a:off x="2488366" y="284813"/>
            <a:ext cx="6785635" cy="1645587"/>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3D0EEB16-7B81-D30A-1571-3EFB8490BE13}"/>
              </a:ext>
            </a:extLst>
          </p:cNvPr>
          <p:cNvSpPr>
            <a:spLocks noGrp="1"/>
          </p:cNvSpPr>
          <p:nvPr>
            <p:ph idx="1"/>
          </p:nvPr>
        </p:nvSpPr>
        <p:spPr>
          <a:xfrm>
            <a:off x="677334" y="1229193"/>
            <a:ext cx="9500987" cy="5981076"/>
          </a:xfrm>
        </p:spPr>
        <p:txBody>
          <a:bodyPr/>
          <a:lstStyle/>
          <a:p>
            <a:r>
              <a:rPr lang="en-US" b="1" i="1" dirty="0">
                <a:solidFill>
                  <a:schemeClr val="accent1">
                    <a:lumMod val="75000"/>
                  </a:schemeClr>
                </a:solidFill>
              </a:rPr>
              <a:t>Query 7: Retrieve the department number and name where employee with emp_no 10004 works</a:t>
            </a: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r>
              <a:rPr lang="en-US" b="1" i="1" dirty="0">
                <a:solidFill>
                  <a:schemeClr val="accent1">
                    <a:lumMod val="75000"/>
                  </a:schemeClr>
                </a:solidFill>
              </a:rPr>
              <a:t>Query 8: Get the average salary for each department</a:t>
            </a:r>
          </a:p>
        </p:txBody>
      </p:sp>
      <p:sp>
        <p:nvSpPr>
          <p:cNvPr id="4" name="TextBox 3">
            <a:extLst>
              <a:ext uri="{FF2B5EF4-FFF2-40B4-BE49-F238E27FC236}">
                <a16:creationId xmlns:a16="http://schemas.microsoft.com/office/drawing/2014/main" id="{5092AFC1-007B-6A5D-6ECC-8E965C6632D2}"/>
              </a:ext>
            </a:extLst>
          </p:cNvPr>
          <p:cNvSpPr txBox="1"/>
          <p:nvPr/>
        </p:nvSpPr>
        <p:spPr>
          <a:xfrm>
            <a:off x="4299396" y="1813810"/>
            <a:ext cx="6838295" cy="1477328"/>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dept_emp.emp_no, departments.dept_no, departments.dept_name </a:t>
            </a:r>
            <a:r>
              <a:rPr lang="en-US" b="1" i="1" dirty="0">
                <a:solidFill>
                  <a:schemeClr val="accent2">
                    <a:lumMod val="50000"/>
                  </a:schemeClr>
                </a:solidFill>
              </a:rPr>
              <a:t>FROM</a:t>
            </a:r>
            <a:r>
              <a:rPr lang="en-US" b="1" i="1" dirty="0">
                <a:solidFill>
                  <a:schemeClr val="accent1">
                    <a:lumMod val="75000"/>
                  </a:schemeClr>
                </a:solidFill>
              </a:rPr>
              <a:t> departments</a:t>
            </a:r>
          </a:p>
          <a:p>
            <a:r>
              <a:rPr lang="en-US" b="1" i="1" dirty="0">
                <a:solidFill>
                  <a:schemeClr val="accent2">
                    <a:lumMod val="50000"/>
                  </a:schemeClr>
                </a:solidFill>
              </a:rPr>
              <a:t>JOIN</a:t>
            </a:r>
            <a:r>
              <a:rPr lang="en-US" b="1" i="1" dirty="0">
                <a:solidFill>
                  <a:schemeClr val="accent1">
                    <a:lumMod val="75000"/>
                  </a:schemeClr>
                </a:solidFill>
              </a:rPr>
              <a:t> dept_emp </a:t>
            </a:r>
            <a:r>
              <a:rPr lang="en-US" b="1" i="1" dirty="0">
                <a:solidFill>
                  <a:schemeClr val="accent2">
                    <a:lumMod val="50000"/>
                  </a:schemeClr>
                </a:solidFill>
              </a:rPr>
              <a:t>ON</a:t>
            </a:r>
            <a:r>
              <a:rPr lang="en-US" b="1" i="1" dirty="0">
                <a:solidFill>
                  <a:schemeClr val="accent1">
                    <a:lumMod val="75000"/>
                  </a:schemeClr>
                </a:solidFill>
              </a:rPr>
              <a:t> departments.dept_no</a:t>
            </a:r>
          </a:p>
          <a:p>
            <a:r>
              <a:rPr lang="en-US" b="1" i="1" dirty="0">
                <a:solidFill>
                  <a:schemeClr val="accent1">
                    <a:lumMod val="75000"/>
                  </a:schemeClr>
                </a:solidFill>
              </a:rPr>
              <a:t>= dept_emp.dept_no</a:t>
            </a:r>
          </a:p>
          <a:p>
            <a:r>
              <a:rPr lang="en-US" b="1" i="1" dirty="0">
                <a:solidFill>
                  <a:schemeClr val="accent2">
                    <a:lumMod val="50000"/>
                  </a:schemeClr>
                </a:solidFill>
              </a:rPr>
              <a:t>WHERE</a:t>
            </a:r>
            <a:r>
              <a:rPr lang="en-US" b="1" i="1" dirty="0">
                <a:solidFill>
                  <a:schemeClr val="accent1">
                    <a:lumMod val="75000"/>
                  </a:schemeClr>
                </a:solidFill>
              </a:rPr>
              <a:t> emp_no='10004'</a:t>
            </a:r>
          </a:p>
        </p:txBody>
      </p:sp>
      <p:sp>
        <p:nvSpPr>
          <p:cNvPr id="10" name="TextBox 9">
            <a:extLst>
              <a:ext uri="{FF2B5EF4-FFF2-40B4-BE49-F238E27FC236}">
                <a16:creationId xmlns:a16="http://schemas.microsoft.com/office/drawing/2014/main" id="{56A4E42B-F59D-9E5B-E467-F47FFE279F09}"/>
              </a:ext>
            </a:extLst>
          </p:cNvPr>
          <p:cNvSpPr txBox="1"/>
          <p:nvPr/>
        </p:nvSpPr>
        <p:spPr>
          <a:xfrm>
            <a:off x="4299396" y="4077325"/>
            <a:ext cx="6358611" cy="2031325"/>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departments.dept_name, round(</a:t>
            </a:r>
            <a:r>
              <a:rPr lang="en-US" b="1" i="1" dirty="0">
                <a:solidFill>
                  <a:schemeClr val="accent2">
                    <a:lumMod val="50000"/>
                  </a:schemeClr>
                </a:solidFill>
              </a:rPr>
              <a:t>AVG</a:t>
            </a:r>
            <a:r>
              <a:rPr lang="en-US" b="1" i="1" dirty="0">
                <a:solidFill>
                  <a:schemeClr val="accent1">
                    <a:lumMod val="75000"/>
                  </a:schemeClr>
                </a:solidFill>
              </a:rPr>
              <a:t>(salaries.salary),2) </a:t>
            </a:r>
            <a:r>
              <a:rPr lang="en-US" b="1" i="1" dirty="0">
                <a:solidFill>
                  <a:schemeClr val="accent2">
                    <a:lumMod val="50000"/>
                  </a:schemeClr>
                </a:solidFill>
              </a:rPr>
              <a:t>AS</a:t>
            </a:r>
            <a:r>
              <a:rPr lang="en-US" b="1" i="1" dirty="0">
                <a:solidFill>
                  <a:schemeClr val="accent1">
                    <a:lumMod val="75000"/>
                  </a:schemeClr>
                </a:solidFill>
              </a:rPr>
              <a:t> avg_salary</a:t>
            </a:r>
          </a:p>
          <a:p>
            <a:r>
              <a:rPr lang="en-US" b="1" i="1" dirty="0">
                <a:solidFill>
                  <a:schemeClr val="accent2">
                    <a:lumMod val="50000"/>
                  </a:schemeClr>
                </a:solidFill>
              </a:rPr>
              <a:t>FROM</a:t>
            </a:r>
            <a:r>
              <a:rPr lang="en-US" b="1" i="1" dirty="0">
                <a:solidFill>
                  <a:schemeClr val="accent1">
                    <a:lumMod val="75000"/>
                  </a:schemeClr>
                </a:solidFill>
              </a:rPr>
              <a:t> salaries</a:t>
            </a:r>
          </a:p>
          <a:p>
            <a:r>
              <a:rPr lang="en-US" b="1" i="1" dirty="0">
                <a:solidFill>
                  <a:schemeClr val="accent2">
                    <a:lumMod val="50000"/>
                  </a:schemeClr>
                </a:solidFill>
              </a:rPr>
              <a:t>JOIN</a:t>
            </a:r>
            <a:r>
              <a:rPr lang="en-US" b="1" i="1" dirty="0">
                <a:solidFill>
                  <a:schemeClr val="accent1">
                    <a:lumMod val="75000"/>
                  </a:schemeClr>
                </a:solidFill>
              </a:rPr>
              <a:t> dept_emp </a:t>
            </a:r>
            <a:r>
              <a:rPr lang="en-US" b="1" i="1" dirty="0">
                <a:solidFill>
                  <a:schemeClr val="accent2">
                    <a:lumMod val="50000"/>
                  </a:schemeClr>
                </a:solidFill>
              </a:rPr>
              <a:t>ON</a:t>
            </a:r>
            <a:r>
              <a:rPr lang="en-US" b="1" i="1" dirty="0">
                <a:solidFill>
                  <a:schemeClr val="accent1">
                    <a:lumMod val="75000"/>
                  </a:schemeClr>
                </a:solidFill>
              </a:rPr>
              <a:t> salaries.emp_no= dept_emp.emp_no</a:t>
            </a:r>
          </a:p>
          <a:p>
            <a:r>
              <a:rPr lang="en-US" b="1" i="1" dirty="0">
                <a:solidFill>
                  <a:schemeClr val="accent2">
                    <a:lumMod val="50000"/>
                  </a:schemeClr>
                </a:solidFill>
              </a:rPr>
              <a:t>JOIN</a:t>
            </a:r>
            <a:r>
              <a:rPr lang="en-US" b="1" i="1" dirty="0">
                <a:solidFill>
                  <a:schemeClr val="accent1">
                    <a:lumMod val="75000"/>
                  </a:schemeClr>
                </a:solidFill>
              </a:rPr>
              <a:t> departments </a:t>
            </a:r>
            <a:r>
              <a:rPr lang="en-US" b="1" i="1" dirty="0">
                <a:solidFill>
                  <a:schemeClr val="accent2">
                    <a:lumMod val="50000"/>
                  </a:schemeClr>
                </a:solidFill>
              </a:rPr>
              <a:t>ON</a:t>
            </a:r>
            <a:r>
              <a:rPr lang="en-US" b="1" i="1" dirty="0">
                <a:solidFill>
                  <a:schemeClr val="accent1">
                    <a:lumMod val="75000"/>
                  </a:schemeClr>
                </a:solidFill>
              </a:rPr>
              <a:t> dept_emp.dept_no= departments.dept_no</a:t>
            </a:r>
          </a:p>
          <a:p>
            <a:r>
              <a:rPr lang="en-US" b="1" i="1" dirty="0">
                <a:solidFill>
                  <a:schemeClr val="accent2">
                    <a:lumMod val="50000"/>
                  </a:schemeClr>
                </a:solidFill>
              </a:rPr>
              <a:t>GROUP BY </a:t>
            </a:r>
            <a:r>
              <a:rPr lang="en-US" b="1" i="1" dirty="0">
                <a:solidFill>
                  <a:schemeClr val="accent1">
                    <a:lumMod val="75000"/>
                  </a:schemeClr>
                </a:solidFill>
              </a:rPr>
              <a:t>dept_name</a:t>
            </a:r>
          </a:p>
        </p:txBody>
      </p:sp>
      <p:pic>
        <p:nvPicPr>
          <p:cNvPr id="14" name="Picture 13">
            <a:extLst>
              <a:ext uri="{FF2B5EF4-FFF2-40B4-BE49-F238E27FC236}">
                <a16:creationId xmlns:a16="http://schemas.microsoft.com/office/drawing/2014/main" id="{C3905EAF-AD6B-A884-48A9-3D6271A94AB4}"/>
              </a:ext>
            </a:extLst>
          </p:cNvPr>
          <p:cNvPicPr>
            <a:picLocks noChangeAspect="1"/>
          </p:cNvPicPr>
          <p:nvPr/>
        </p:nvPicPr>
        <p:blipFill>
          <a:blip r:embed="rId3"/>
          <a:stretch>
            <a:fillRect/>
          </a:stretch>
        </p:blipFill>
        <p:spPr>
          <a:xfrm>
            <a:off x="832632" y="2081159"/>
            <a:ext cx="3169742" cy="793621"/>
          </a:xfrm>
          <a:prstGeom prst="rect">
            <a:avLst/>
          </a:prstGeom>
        </p:spPr>
      </p:pic>
      <p:grpSp>
        <p:nvGrpSpPr>
          <p:cNvPr id="5" name="Group 4">
            <a:extLst>
              <a:ext uri="{FF2B5EF4-FFF2-40B4-BE49-F238E27FC236}">
                <a16:creationId xmlns:a16="http://schemas.microsoft.com/office/drawing/2014/main" id="{50085972-E271-2720-9DA7-63BEFE124578}"/>
              </a:ext>
            </a:extLst>
          </p:cNvPr>
          <p:cNvGrpSpPr>
            <a:grpSpLocks noChangeAspect="1"/>
          </p:cNvGrpSpPr>
          <p:nvPr/>
        </p:nvGrpSpPr>
        <p:grpSpPr bwMode="auto">
          <a:xfrm>
            <a:off x="831850" y="4219576"/>
            <a:ext cx="3225801" cy="1935163"/>
            <a:chOff x="524" y="2658"/>
            <a:chExt cx="2032" cy="1219"/>
          </a:xfrm>
        </p:grpSpPr>
        <p:sp>
          <p:nvSpPr>
            <p:cNvPr id="6" name="AutoShape 3">
              <a:extLst>
                <a:ext uri="{FF2B5EF4-FFF2-40B4-BE49-F238E27FC236}">
                  <a16:creationId xmlns:a16="http://schemas.microsoft.com/office/drawing/2014/main" id="{1F6CC426-37A8-366B-4A20-0BB11C1F8712}"/>
                </a:ext>
              </a:extLst>
            </p:cNvPr>
            <p:cNvSpPr>
              <a:spLocks noChangeAspect="1" noChangeArrowheads="1" noTextEdit="1"/>
            </p:cNvSpPr>
            <p:nvPr/>
          </p:nvSpPr>
          <p:spPr bwMode="auto">
            <a:xfrm>
              <a:off x="524" y="2658"/>
              <a:ext cx="1997" cy="1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Rectangle 5">
              <a:extLst>
                <a:ext uri="{FF2B5EF4-FFF2-40B4-BE49-F238E27FC236}">
                  <a16:creationId xmlns:a16="http://schemas.microsoft.com/office/drawing/2014/main" id="{098C09E7-1AC3-C267-C9A6-3F5673DF94D1}"/>
                </a:ext>
              </a:extLst>
            </p:cNvPr>
            <p:cNvSpPr>
              <a:spLocks noChangeArrowheads="1"/>
            </p:cNvSpPr>
            <p:nvPr/>
          </p:nvSpPr>
          <p:spPr bwMode="auto">
            <a:xfrm>
              <a:off x="524" y="2658"/>
              <a:ext cx="1997" cy="20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6">
              <a:extLst>
                <a:ext uri="{FF2B5EF4-FFF2-40B4-BE49-F238E27FC236}">
                  <a16:creationId xmlns:a16="http://schemas.microsoft.com/office/drawing/2014/main" id="{7DF52102-6441-C6D4-7C3E-B2B1B3352784}"/>
                </a:ext>
              </a:extLst>
            </p:cNvPr>
            <p:cNvSpPr>
              <a:spLocks noChangeArrowheads="1"/>
            </p:cNvSpPr>
            <p:nvPr/>
          </p:nvSpPr>
          <p:spPr bwMode="auto">
            <a:xfrm>
              <a:off x="524" y="2855"/>
              <a:ext cx="1997" cy="206"/>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7">
              <a:extLst>
                <a:ext uri="{FF2B5EF4-FFF2-40B4-BE49-F238E27FC236}">
                  <a16:creationId xmlns:a16="http://schemas.microsoft.com/office/drawing/2014/main" id="{1DAEABE9-2D17-325F-CAD2-DE9C32443609}"/>
                </a:ext>
              </a:extLst>
            </p:cNvPr>
            <p:cNvSpPr>
              <a:spLocks noChangeArrowheads="1"/>
            </p:cNvSpPr>
            <p:nvPr/>
          </p:nvSpPr>
          <p:spPr bwMode="auto">
            <a:xfrm>
              <a:off x="524" y="3051"/>
              <a:ext cx="1021" cy="207"/>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8">
              <a:extLst>
                <a:ext uri="{FF2B5EF4-FFF2-40B4-BE49-F238E27FC236}">
                  <a16:creationId xmlns:a16="http://schemas.microsoft.com/office/drawing/2014/main" id="{B9B44E92-9F3F-B567-E46C-6FBBD70536BD}"/>
                </a:ext>
              </a:extLst>
            </p:cNvPr>
            <p:cNvSpPr>
              <a:spLocks noChangeArrowheads="1"/>
            </p:cNvSpPr>
            <p:nvPr/>
          </p:nvSpPr>
          <p:spPr bwMode="auto">
            <a:xfrm>
              <a:off x="1534" y="3051"/>
              <a:ext cx="987" cy="207"/>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9">
              <a:extLst>
                <a:ext uri="{FF2B5EF4-FFF2-40B4-BE49-F238E27FC236}">
                  <a16:creationId xmlns:a16="http://schemas.microsoft.com/office/drawing/2014/main" id="{4593FDA0-FD44-0525-34C9-BEF429DB3A22}"/>
                </a:ext>
              </a:extLst>
            </p:cNvPr>
            <p:cNvSpPr>
              <a:spLocks noChangeArrowheads="1"/>
            </p:cNvSpPr>
            <p:nvPr/>
          </p:nvSpPr>
          <p:spPr bwMode="auto">
            <a:xfrm>
              <a:off x="524" y="3248"/>
              <a:ext cx="1997" cy="207"/>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0">
              <a:extLst>
                <a:ext uri="{FF2B5EF4-FFF2-40B4-BE49-F238E27FC236}">
                  <a16:creationId xmlns:a16="http://schemas.microsoft.com/office/drawing/2014/main" id="{09B8B2F5-9C4F-129B-9C0E-96EE07471C5B}"/>
                </a:ext>
              </a:extLst>
            </p:cNvPr>
            <p:cNvSpPr>
              <a:spLocks noChangeArrowheads="1"/>
            </p:cNvSpPr>
            <p:nvPr/>
          </p:nvSpPr>
          <p:spPr bwMode="auto">
            <a:xfrm>
              <a:off x="524" y="3445"/>
              <a:ext cx="1021" cy="206"/>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1">
              <a:extLst>
                <a:ext uri="{FF2B5EF4-FFF2-40B4-BE49-F238E27FC236}">
                  <a16:creationId xmlns:a16="http://schemas.microsoft.com/office/drawing/2014/main" id="{14032D3B-1F28-A7AF-7776-1DB897A5A6A4}"/>
                </a:ext>
              </a:extLst>
            </p:cNvPr>
            <p:cNvSpPr>
              <a:spLocks noChangeArrowheads="1"/>
            </p:cNvSpPr>
            <p:nvPr/>
          </p:nvSpPr>
          <p:spPr bwMode="auto">
            <a:xfrm>
              <a:off x="1534" y="3445"/>
              <a:ext cx="987" cy="206"/>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2">
              <a:extLst>
                <a:ext uri="{FF2B5EF4-FFF2-40B4-BE49-F238E27FC236}">
                  <a16:creationId xmlns:a16="http://schemas.microsoft.com/office/drawing/2014/main" id="{1B18804A-A7F2-BF47-2A64-93DF0C01F0B7}"/>
                </a:ext>
              </a:extLst>
            </p:cNvPr>
            <p:cNvSpPr>
              <a:spLocks noChangeArrowheads="1"/>
            </p:cNvSpPr>
            <p:nvPr/>
          </p:nvSpPr>
          <p:spPr bwMode="auto">
            <a:xfrm>
              <a:off x="524" y="3641"/>
              <a:ext cx="1997" cy="207"/>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3">
              <a:extLst>
                <a:ext uri="{FF2B5EF4-FFF2-40B4-BE49-F238E27FC236}">
                  <a16:creationId xmlns:a16="http://schemas.microsoft.com/office/drawing/2014/main" id="{6A255524-A4D2-4ECB-5251-EC4768A5266B}"/>
                </a:ext>
              </a:extLst>
            </p:cNvPr>
            <p:cNvSpPr>
              <a:spLocks noChangeArrowheads="1"/>
            </p:cNvSpPr>
            <p:nvPr/>
          </p:nvSpPr>
          <p:spPr bwMode="auto">
            <a:xfrm>
              <a:off x="558" y="2668"/>
              <a:ext cx="86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a:ln>
                    <a:noFill/>
                  </a:ln>
                  <a:solidFill>
                    <a:srgbClr val="FFFFFF"/>
                  </a:solidFill>
                  <a:effectLst/>
                  <a:latin typeface="Aptos Narrow" panose="020B0004020202020204" pitchFamily="34" charset="0"/>
                </a:rPr>
                <a:t>dept_name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4">
              <a:extLst>
                <a:ext uri="{FF2B5EF4-FFF2-40B4-BE49-F238E27FC236}">
                  <a16:creationId xmlns:a16="http://schemas.microsoft.com/office/drawing/2014/main" id="{33D36FCF-B0EA-FD5F-5A78-8C04D658AFBC}"/>
                </a:ext>
              </a:extLst>
            </p:cNvPr>
            <p:cNvSpPr>
              <a:spLocks noChangeArrowheads="1"/>
            </p:cNvSpPr>
            <p:nvPr/>
          </p:nvSpPr>
          <p:spPr bwMode="auto">
            <a:xfrm>
              <a:off x="1567" y="2668"/>
              <a:ext cx="81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a:ln>
                    <a:noFill/>
                  </a:ln>
                  <a:solidFill>
                    <a:srgbClr val="FFFFFF"/>
                  </a:solidFill>
                  <a:effectLst/>
                  <a:latin typeface="Aptos Narrow" panose="020B0004020202020204" pitchFamily="34" charset="0"/>
                </a:rPr>
                <a:t>avg_salary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5">
              <a:extLst>
                <a:ext uri="{FF2B5EF4-FFF2-40B4-BE49-F238E27FC236}">
                  <a16:creationId xmlns:a16="http://schemas.microsoft.com/office/drawing/2014/main" id="{6251DBB3-B639-DA1D-114D-701A3B63EB66}"/>
                </a:ext>
              </a:extLst>
            </p:cNvPr>
            <p:cNvSpPr>
              <a:spLocks noChangeArrowheads="1"/>
            </p:cNvSpPr>
            <p:nvPr/>
          </p:nvSpPr>
          <p:spPr bwMode="auto">
            <a:xfrm>
              <a:off x="558" y="2865"/>
              <a:ext cx="62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ptos Narrow" panose="020B0004020202020204" pitchFamily="34" charset="0"/>
                </a:rPr>
                <a:t>Finance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16">
              <a:extLst>
                <a:ext uri="{FF2B5EF4-FFF2-40B4-BE49-F238E27FC236}">
                  <a16:creationId xmlns:a16="http://schemas.microsoft.com/office/drawing/2014/main" id="{8A413A37-710E-C7B6-F820-B9E01AA2FF43}"/>
                </a:ext>
              </a:extLst>
            </p:cNvPr>
            <p:cNvSpPr>
              <a:spLocks noChangeArrowheads="1"/>
            </p:cNvSpPr>
            <p:nvPr/>
          </p:nvSpPr>
          <p:spPr bwMode="auto">
            <a:xfrm>
              <a:off x="1882" y="2863"/>
              <a:ext cx="67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ptos Narrow" panose="020B0004020202020204" pitchFamily="34" charset="0"/>
                </a:rPr>
                <a:t>58333.33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17">
              <a:extLst>
                <a:ext uri="{FF2B5EF4-FFF2-40B4-BE49-F238E27FC236}">
                  <a16:creationId xmlns:a16="http://schemas.microsoft.com/office/drawing/2014/main" id="{62594CAF-B93D-BD54-E8AC-983C3C075860}"/>
                </a:ext>
              </a:extLst>
            </p:cNvPr>
            <p:cNvSpPr>
              <a:spLocks noChangeArrowheads="1"/>
            </p:cNvSpPr>
            <p:nvPr/>
          </p:nvSpPr>
          <p:spPr bwMode="auto">
            <a:xfrm>
              <a:off x="558" y="3061"/>
              <a:ext cx="46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ptos Narrow" panose="020B0004020202020204" pitchFamily="34" charset="0"/>
                </a:rPr>
                <a:t>Sales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8">
              <a:extLst>
                <a:ext uri="{FF2B5EF4-FFF2-40B4-BE49-F238E27FC236}">
                  <a16:creationId xmlns:a16="http://schemas.microsoft.com/office/drawing/2014/main" id="{7FE39E96-9F43-B08A-3301-173364AEF9D4}"/>
                </a:ext>
              </a:extLst>
            </p:cNvPr>
            <p:cNvSpPr>
              <a:spLocks noChangeArrowheads="1"/>
            </p:cNvSpPr>
            <p:nvPr/>
          </p:nvSpPr>
          <p:spPr bwMode="auto">
            <a:xfrm>
              <a:off x="1903" y="3060"/>
              <a:ext cx="65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ptos Narrow" panose="020B0004020202020204" pitchFamily="34" charset="0"/>
                </a:rPr>
                <a:t>59666.67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19">
              <a:extLst>
                <a:ext uri="{FF2B5EF4-FFF2-40B4-BE49-F238E27FC236}">
                  <a16:creationId xmlns:a16="http://schemas.microsoft.com/office/drawing/2014/main" id="{4543A211-C87A-F070-9CCA-50FCB168006B}"/>
                </a:ext>
              </a:extLst>
            </p:cNvPr>
            <p:cNvSpPr>
              <a:spLocks noChangeArrowheads="1"/>
            </p:cNvSpPr>
            <p:nvPr/>
          </p:nvSpPr>
          <p:spPr bwMode="auto">
            <a:xfrm>
              <a:off x="558" y="3258"/>
              <a:ext cx="29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ptos Narrow" panose="020B0004020202020204" pitchFamily="34" charset="0"/>
                </a:rPr>
                <a:t>HR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0">
              <a:extLst>
                <a:ext uri="{FF2B5EF4-FFF2-40B4-BE49-F238E27FC236}">
                  <a16:creationId xmlns:a16="http://schemas.microsoft.com/office/drawing/2014/main" id="{9535A6B5-6CBA-9A16-6825-A7F83B1DD7E0}"/>
                </a:ext>
              </a:extLst>
            </p:cNvPr>
            <p:cNvSpPr>
              <a:spLocks noChangeArrowheads="1"/>
            </p:cNvSpPr>
            <p:nvPr/>
          </p:nvSpPr>
          <p:spPr bwMode="auto">
            <a:xfrm>
              <a:off x="1903" y="3258"/>
              <a:ext cx="6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ptos Narrow" panose="020B0004020202020204" pitchFamily="34" charset="0"/>
                </a:rPr>
                <a:t>64500.00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21">
              <a:extLst>
                <a:ext uri="{FF2B5EF4-FFF2-40B4-BE49-F238E27FC236}">
                  <a16:creationId xmlns:a16="http://schemas.microsoft.com/office/drawing/2014/main" id="{09E5AC31-3F18-DF11-D043-D921814A8F4A}"/>
                </a:ext>
              </a:extLst>
            </p:cNvPr>
            <p:cNvSpPr>
              <a:spLocks noChangeArrowheads="1"/>
            </p:cNvSpPr>
            <p:nvPr/>
          </p:nvSpPr>
          <p:spPr bwMode="auto">
            <a:xfrm>
              <a:off x="558" y="3455"/>
              <a:ext cx="75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ptos Narrow" panose="020B0004020202020204" pitchFamily="34" charset="0"/>
                </a:rPr>
                <a:t>Marketing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2">
              <a:extLst>
                <a:ext uri="{FF2B5EF4-FFF2-40B4-BE49-F238E27FC236}">
                  <a16:creationId xmlns:a16="http://schemas.microsoft.com/office/drawing/2014/main" id="{1BD47298-D79B-D2E7-11A2-F2AFAA1CA5EE}"/>
                </a:ext>
              </a:extLst>
            </p:cNvPr>
            <p:cNvSpPr>
              <a:spLocks noChangeArrowheads="1"/>
            </p:cNvSpPr>
            <p:nvPr/>
          </p:nvSpPr>
          <p:spPr bwMode="auto">
            <a:xfrm>
              <a:off x="1903" y="3484"/>
              <a:ext cx="6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ptos Narrow" panose="020B0004020202020204" pitchFamily="34" charset="0"/>
                </a:rPr>
                <a:t>63666.67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23">
              <a:extLst>
                <a:ext uri="{FF2B5EF4-FFF2-40B4-BE49-F238E27FC236}">
                  <a16:creationId xmlns:a16="http://schemas.microsoft.com/office/drawing/2014/main" id="{7EA851CD-6B85-6F38-60D4-81360A3126D8}"/>
                </a:ext>
              </a:extLst>
            </p:cNvPr>
            <p:cNvSpPr>
              <a:spLocks noChangeArrowheads="1"/>
            </p:cNvSpPr>
            <p:nvPr/>
          </p:nvSpPr>
          <p:spPr bwMode="auto">
            <a:xfrm>
              <a:off x="558" y="3651"/>
              <a:ext cx="87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rgbClr val="000000"/>
                  </a:solidFill>
                  <a:effectLst/>
                  <a:latin typeface="Aptos Narrow" panose="020B0004020202020204" pitchFamily="34" charset="0"/>
                </a:rPr>
                <a:t>Engineering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4">
              <a:extLst>
                <a:ext uri="{FF2B5EF4-FFF2-40B4-BE49-F238E27FC236}">
                  <a16:creationId xmlns:a16="http://schemas.microsoft.com/office/drawing/2014/main" id="{C30419D9-85AC-207F-4764-A2E44F7453D0}"/>
                </a:ext>
              </a:extLst>
            </p:cNvPr>
            <p:cNvSpPr>
              <a:spLocks noChangeArrowheads="1"/>
            </p:cNvSpPr>
            <p:nvPr/>
          </p:nvSpPr>
          <p:spPr bwMode="auto">
            <a:xfrm>
              <a:off x="1903" y="3660"/>
              <a:ext cx="653"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rgbClr val="000000"/>
                  </a:solidFill>
                  <a:effectLst/>
                  <a:latin typeface="Aptos Narrow" panose="020B0004020202020204" pitchFamily="34" charset="0"/>
                </a:rPr>
                <a:t>68500.00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5">
              <a:extLst>
                <a:ext uri="{FF2B5EF4-FFF2-40B4-BE49-F238E27FC236}">
                  <a16:creationId xmlns:a16="http://schemas.microsoft.com/office/drawing/2014/main" id="{D3D6A8FA-89F8-208C-7818-4513099693FF}"/>
                </a:ext>
              </a:extLst>
            </p:cNvPr>
            <p:cNvSpPr>
              <a:spLocks noChangeArrowheads="1"/>
            </p:cNvSpPr>
            <p:nvPr/>
          </p:nvSpPr>
          <p:spPr bwMode="auto">
            <a:xfrm>
              <a:off x="524" y="2658"/>
              <a:ext cx="11" cy="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6">
              <a:extLst>
                <a:ext uri="{FF2B5EF4-FFF2-40B4-BE49-F238E27FC236}">
                  <a16:creationId xmlns:a16="http://schemas.microsoft.com/office/drawing/2014/main" id="{9EAE6E32-2CC4-8023-4F73-5DEBB7F68C16}"/>
                </a:ext>
              </a:extLst>
            </p:cNvPr>
            <p:cNvSpPr>
              <a:spLocks noChangeArrowheads="1"/>
            </p:cNvSpPr>
            <p:nvPr/>
          </p:nvSpPr>
          <p:spPr bwMode="auto">
            <a:xfrm>
              <a:off x="1534" y="2658"/>
              <a:ext cx="11" cy="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27">
              <a:extLst>
                <a:ext uri="{FF2B5EF4-FFF2-40B4-BE49-F238E27FC236}">
                  <a16:creationId xmlns:a16="http://schemas.microsoft.com/office/drawing/2014/main" id="{49D5811A-1612-11EB-0D90-02B4AFCD0DAC}"/>
                </a:ext>
              </a:extLst>
            </p:cNvPr>
            <p:cNvSpPr>
              <a:spLocks noChangeArrowheads="1"/>
            </p:cNvSpPr>
            <p:nvPr/>
          </p:nvSpPr>
          <p:spPr bwMode="auto">
            <a:xfrm>
              <a:off x="2510" y="2658"/>
              <a:ext cx="11" cy="1"/>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28">
              <a:extLst>
                <a:ext uri="{FF2B5EF4-FFF2-40B4-BE49-F238E27FC236}">
                  <a16:creationId xmlns:a16="http://schemas.microsoft.com/office/drawing/2014/main" id="{535BA9F2-A45B-B417-5FF0-1FD528D0A06B}"/>
                </a:ext>
              </a:extLst>
            </p:cNvPr>
            <p:cNvSpPr>
              <a:spLocks noChangeArrowheads="1"/>
            </p:cNvSpPr>
            <p:nvPr/>
          </p:nvSpPr>
          <p:spPr bwMode="auto">
            <a:xfrm>
              <a:off x="524" y="2845"/>
              <a:ext cx="1997" cy="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Line 29">
              <a:extLst>
                <a:ext uri="{FF2B5EF4-FFF2-40B4-BE49-F238E27FC236}">
                  <a16:creationId xmlns:a16="http://schemas.microsoft.com/office/drawing/2014/main" id="{B9BE04E8-D8ED-F590-62D4-B5C3FF11B481}"/>
                </a:ext>
              </a:extLst>
            </p:cNvPr>
            <p:cNvSpPr>
              <a:spLocks noChangeShapeType="1"/>
            </p:cNvSpPr>
            <p:nvPr/>
          </p:nvSpPr>
          <p:spPr bwMode="auto">
            <a:xfrm>
              <a:off x="1534" y="2658"/>
              <a:ext cx="0" cy="187"/>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Rectangle 30">
              <a:extLst>
                <a:ext uri="{FF2B5EF4-FFF2-40B4-BE49-F238E27FC236}">
                  <a16:creationId xmlns:a16="http://schemas.microsoft.com/office/drawing/2014/main" id="{A8391D3E-659C-121F-F52C-55E5A2B0B636}"/>
                </a:ext>
              </a:extLst>
            </p:cNvPr>
            <p:cNvSpPr>
              <a:spLocks noChangeArrowheads="1"/>
            </p:cNvSpPr>
            <p:nvPr/>
          </p:nvSpPr>
          <p:spPr bwMode="auto">
            <a:xfrm>
              <a:off x="1534" y="2658"/>
              <a:ext cx="11" cy="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Line 31">
              <a:extLst>
                <a:ext uri="{FF2B5EF4-FFF2-40B4-BE49-F238E27FC236}">
                  <a16:creationId xmlns:a16="http://schemas.microsoft.com/office/drawing/2014/main" id="{E8112497-B5BD-5F66-7AD5-73BC80AE0560}"/>
                </a:ext>
              </a:extLst>
            </p:cNvPr>
            <p:cNvSpPr>
              <a:spLocks noChangeShapeType="1"/>
            </p:cNvSpPr>
            <p:nvPr/>
          </p:nvSpPr>
          <p:spPr bwMode="auto">
            <a:xfrm>
              <a:off x="524" y="3051"/>
              <a:ext cx="1997" cy="0"/>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Rectangle 32">
              <a:extLst>
                <a:ext uri="{FF2B5EF4-FFF2-40B4-BE49-F238E27FC236}">
                  <a16:creationId xmlns:a16="http://schemas.microsoft.com/office/drawing/2014/main" id="{86023E92-A72D-9F95-9366-114377F8AD1A}"/>
                </a:ext>
              </a:extLst>
            </p:cNvPr>
            <p:cNvSpPr>
              <a:spLocks noChangeArrowheads="1"/>
            </p:cNvSpPr>
            <p:nvPr/>
          </p:nvSpPr>
          <p:spPr bwMode="auto">
            <a:xfrm>
              <a:off x="524" y="3051"/>
              <a:ext cx="1997"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Line 33">
              <a:extLst>
                <a:ext uri="{FF2B5EF4-FFF2-40B4-BE49-F238E27FC236}">
                  <a16:creationId xmlns:a16="http://schemas.microsoft.com/office/drawing/2014/main" id="{124EAD2B-607C-503B-AD3E-F31FE5986C56}"/>
                </a:ext>
              </a:extLst>
            </p:cNvPr>
            <p:cNvSpPr>
              <a:spLocks noChangeShapeType="1"/>
            </p:cNvSpPr>
            <p:nvPr/>
          </p:nvSpPr>
          <p:spPr bwMode="auto">
            <a:xfrm>
              <a:off x="524" y="3248"/>
              <a:ext cx="1997" cy="0"/>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Rectangle 34">
              <a:extLst>
                <a:ext uri="{FF2B5EF4-FFF2-40B4-BE49-F238E27FC236}">
                  <a16:creationId xmlns:a16="http://schemas.microsoft.com/office/drawing/2014/main" id="{16ACF502-5A26-E668-AAC8-584819B2B5A4}"/>
                </a:ext>
              </a:extLst>
            </p:cNvPr>
            <p:cNvSpPr>
              <a:spLocks noChangeArrowheads="1"/>
            </p:cNvSpPr>
            <p:nvPr/>
          </p:nvSpPr>
          <p:spPr bwMode="auto">
            <a:xfrm>
              <a:off x="524" y="3248"/>
              <a:ext cx="1997"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Line 35">
              <a:extLst>
                <a:ext uri="{FF2B5EF4-FFF2-40B4-BE49-F238E27FC236}">
                  <a16:creationId xmlns:a16="http://schemas.microsoft.com/office/drawing/2014/main" id="{3BB4FA9B-353E-E842-7CA3-0F408536B177}"/>
                </a:ext>
              </a:extLst>
            </p:cNvPr>
            <p:cNvSpPr>
              <a:spLocks noChangeShapeType="1"/>
            </p:cNvSpPr>
            <p:nvPr/>
          </p:nvSpPr>
          <p:spPr bwMode="auto">
            <a:xfrm>
              <a:off x="524" y="3445"/>
              <a:ext cx="1997" cy="0"/>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Rectangle 36">
              <a:extLst>
                <a:ext uri="{FF2B5EF4-FFF2-40B4-BE49-F238E27FC236}">
                  <a16:creationId xmlns:a16="http://schemas.microsoft.com/office/drawing/2014/main" id="{07121861-CB71-A1F1-652D-11B2B138A3B2}"/>
                </a:ext>
              </a:extLst>
            </p:cNvPr>
            <p:cNvSpPr>
              <a:spLocks noChangeArrowheads="1"/>
            </p:cNvSpPr>
            <p:nvPr/>
          </p:nvSpPr>
          <p:spPr bwMode="auto">
            <a:xfrm>
              <a:off x="524" y="3445"/>
              <a:ext cx="1997"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Line 37">
              <a:extLst>
                <a:ext uri="{FF2B5EF4-FFF2-40B4-BE49-F238E27FC236}">
                  <a16:creationId xmlns:a16="http://schemas.microsoft.com/office/drawing/2014/main" id="{F57D16DC-CBC5-B541-9F76-09D2323EB4D7}"/>
                </a:ext>
              </a:extLst>
            </p:cNvPr>
            <p:cNvSpPr>
              <a:spLocks noChangeShapeType="1"/>
            </p:cNvSpPr>
            <p:nvPr/>
          </p:nvSpPr>
          <p:spPr bwMode="auto">
            <a:xfrm>
              <a:off x="524" y="3641"/>
              <a:ext cx="1997" cy="0"/>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Rectangle 38">
              <a:extLst>
                <a:ext uri="{FF2B5EF4-FFF2-40B4-BE49-F238E27FC236}">
                  <a16:creationId xmlns:a16="http://schemas.microsoft.com/office/drawing/2014/main" id="{78443E90-EC38-56FF-6291-8FB2D87E37ED}"/>
                </a:ext>
              </a:extLst>
            </p:cNvPr>
            <p:cNvSpPr>
              <a:spLocks noChangeArrowheads="1"/>
            </p:cNvSpPr>
            <p:nvPr/>
          </p:nvSpPr>
          <p:spPr bwMode="auto">
            <a:xfrm>
              <a:off x="524" y="3641"/>
              <a:ext cx="1997" cy="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Line 39">
              <a:extLst>
                <a:ext uri="{FF2B5EF4-FFF2-40B4-BE49-F238E27FC236}">
                  <a16:creationId xmlns:a16="http://schemas.microsoft.com/office/drawing/2014/main" id="{C4B26000-7161-C2B5-0014-9C0A83CB0EF4}"/>
                </a:ext>
              </a:extLst>
            </p:cNvPr>
            <p:cNvSpPr>
              <a:spLocks noChangeShapeType="1"/>
            </p:cNvSpPr>
            <p:nvPr/>
          </p:nvSpPr>
          <p:spPr bwMode="auto">
            <a:xfrm>
              <a:off x="1534" y="2874"/>
              <a:ext cx="0" cy="974"/>
            </a:xfrm>
            <a:prstGeom prst="line">
              <a:avLst/>
            </a:prstGeom>
            <a:noFill/>
            <a:ln w="0">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Rectangle 40">
              <a:extLst>
                <a:ext uri="{FF2B5EF4-FFF2-40B4-BE49-F238E27FC236}">
                  <a16:creationId xmlns:a16="http://schemas.microsoft.com/office/drawing/2014/main" id="{511EDBC5-7DC1-0CCD-5502-C800F9687672}"/>
                </a:ext>
              </a:extLst>
            </p:cNvPr>
            <p:cNvSpPr>
              <a:spLocks noChangeArrowheads="1"/>
            </p:cNvSpPr>
            <p:nvPr/>
          </p:nvSpPr>
          <p:spPr bwMode="auto">
            <a:xfrm>
              <a:off x="1534" y="2874"/>
              <a:ext cx="11" cy="97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41">
              <a:extLst>
                <a:ext uri="{FF2B5EF4-FFF2-40B4-BE49-F238E27FC236}">
                  <a16:creationId xmlns:a16="http://schemas.microsoft.com/office/drawing/2014/main" id="{219C0B4A-9B0A-A436-4A61-2C24E89A40CC}"/>
                </a:ext>
              </a:extLst>
            </p:cNvPr>
            <p:cNvSpPr>
              <a:spLocks noChangeShapeType="1"/>
            </p:cNvSpPr>
            <p:nvPr/>
          </p:nvSpPr>
          <p:spPr bwMode="auto">
            <a:xfrm>
              <a:off x="524" y="384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Rectangle 42">
              <a:extLst>
                <a:ext uri="{FF2B5EF4-FFF2-40B4-BE49-F238E27FC236}">
                  <a16:creationId xmlns:a16="http://schemas.microsoft.com/office/drawing/2014/main" id="{BED1C71D-555C-F8D9-C680-7DB9FF8C5D6F}"/>
                </a:ext>
              </a:extLst>
            </p:cNvPr>
            <p:cNvSpPr>
              <a:spLocks noChangeArrowheads="1"/>
            </p:cNvSpPr>
            <p:nvPr/>
          </p:nvSpPr>
          <p:spPr bwMode="auto">
            <a:xfrm>
              <a:off x="524" y="384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Line 43">
              <a:extLst>
                <a:ext uri="{FF2B5EF4-FFF2-40B4-BE49-F238E27FC236}">
                  <a16:creationId xmlns:a16="http://schemas.microsoft.com/office/drawing/2014/main" id="{20240057-0832-B752-73D1-8E6F70E2655D}"/>
                </a:ext>
              </a:extLst>
            </p:cNvPr>
            <p:cNvSpPr>
              <a:spLocks noChangeShapeType="1"/>
            </p:cNvSpPr>
            <p:nvPr/>
          </p:nvSpPr>
          <p:spPr bwMode="auto">
            <a:xfrm>
              <a:off x="1534" y="384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Rectangle 44">
              <a:extLst>
                <a:ext uri="{FF2B5EF4-FFF2-40B4-BE49-F238E27FC236}">
                  <a16:creationId xmlns:a16="http://schemas.microsoft.com/office/drawing/2014/main" id="{69DF69E2-BE61-4CEC-87A9-58DEB10C048C}"/>
                </a:ext>
              </a:extLst>
            </p:cNvPr>
            <p:cNvSpPr>
              <a:spLocks noChangeArrowheads="1"/>
            </p:cNvSpPr>
            <p:nvPr/>
          </p:nvSpPr>
          <p:spPr bwMode="auto">
            <a:xfrm>
              <a:off x="1534" y="384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45">
              <a:extLst>
                <a:ext uri="{FF2B5EF4-FFF2-40B4-BE49-F238E27FC236}">
                  <a16:creationId xmlns:a16="http://schemas.microsoft.com/office/drawing/2014/main" id="{4558CD69-9030-F836-4477-C94EE3EBFB0E}"/>
                </a:ext>
              </a:extLst>
            </p:cNvPr>
            <p:cNvSpPr>
              <a:spLocks noChangeShapeType="1"/>
            </p:cNvSpPr>
            <p:nvPr/>
          </p:nvSpPr>
          <p:spPr bwMode="auto">
            <a:xfrm>
              <a:off x="2510" y="384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Rectangle 46">
              <a:extLst>
                <a:ext uri="{FF2B5EF4-FFF2-40B4-BE49-F238E27FC236}">
                  <a16:creationId xmlns:a16="http://schemas.microsoft.com/office/drawing/2014/main" id="{0850178A-0B51-DE89-96EC-404023E1F126}"/>
                </a:ext>
              </a:extLst>
            </p:cNvPr>
            <p:cNvSpPr>
              <a:spLocks noChangeArrowheads="1"/>
            </p:cNvSpPr>
            <p:nvPr/>
          </p:nvSpPr>
          <p:spPr bwMode="auto">
            <a:xfrm>
              <a:off x="2510" y="384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Line 47">
              <a:extLst>
                <a:ext uri="{FF2B5EF4-FFF2-40B4-BE49-F238E27FC236}">
                  <a16:creationId xmlns:a16="http://schemas.microsoft.com/office/drawing/2014/main" id="{23413CE4-D4D9-B141-9090-5F05A30AAD35}"/>
                </a:ext>
              </a:extLst>
            </p:cNvPr>
            <p:cNvSpPr>
              <a:spLocks noChangeShapeType="1"/>
            </p:cNvSpPr>
            <p:nvPr/>
          </p:nvSpPr>
          <p:spPr bwMode="auto">
            <a:xfrm>
              <a:off x="2521" y="265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Rectangle 48">
              <a:extLst>
                <a:ext uri="{FF2B5EF4-FFF2-40B4-BE49-F238E27FC236}">
                  <a16:creationId xmlns:a16="http://schemas.microsoft.com/office/drawing/2014/main" id="{49BB6AF4-C223-0CB6-0EA5-85DB4D07CA9C}"/>
                </a:ext>
              </a:extLst>
            </p:cNvPr>
            <p:cNvSpPr>
              <a:spLocks noChangeArrowheads="1"/>
            </p:cNvSpPr>
            <p:nvPr/>
          </p:nvSpPr>
          <p:spPr bwMode="auto">
            <a:xfrm>
              <a:off x="2521" y="265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49">
              <a:extLst>
                <a:ext uri="{FF2B5EF4-FFF2-40B4-BE49-F238E27FC236}">
                  <a16:creationId xmlns:a16="http://schemas.microsoft.com/office/drawing/2014/main" id="{97B4E3F1-2566-231A-A39F-823A29A5B9A9}"/>
                </a:ext>
              </a:extLst>
            </p:cNvPr>
            <p:cNvSpPr>
              <a:spLocks noChangeShapeType="1"/>
            </p:cNvSpPr>
            <p:nvPr/>
          </p:nvSpPr>
          <p:spPr bwMode="auto">
            <a:xfrm>
              <a:off x="2521" y="2855"/>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5" name="Rectangle 50">
              <a:extLst>
                <a:ext uri="{FF2B5EF4-FFF2-40B4-BE49-F238E27FC236}">
                  <a16:creationId xmlns:a16="http://schemas.microsoft.com/office/drawing/2014/main" id="{50185119-81A2-25E0-47F6-4CDA8A86C1BA}"/>
                </a:ext>
              </a:extLst>
            </p:cNvPr>
            <p:cNvSpPr>
              <a:spLocks noChangeArrowheads="1"/>
            </p:cNvSpPr>
            <p:nvPr/>
          </p:nvSpPr>
          <p:spPr bwMode="auto">
            <a:xfrm>
              <a:off x="2521" y="2855"/>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51">
              <a:extLst>
                <a:ext uri="{FF2B5EF4-FFF2-40B4-BE49-F238E27FC236}">
                  <a16:creationId xmlns:a16="http://schemas.microsoft.com/office/drawing/2014/main" id="{17747938-E2B8-CD92-333C-0AA5481A5B7F}"/>
                </a:ext>
              </a:extLst>
            </p:cNvPr>
            <p:cNvSpPr>
              <a:spLocks noChangeShapeType="1"/>
            </p:cNvSpPr>
            <p:nvPr/>
          </p:nvSpPr>
          <p:spPr bwMode="auto">
            <a:xfrm>
              <a:off x="2521" y="3051"/>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Rectangle 52">
              <a:extLst>
                <a:ext uri="{FF2B5EF4-FFF2-40B4-BE49-F238E27FC236}">
                  <a16:creationId xmlns:a16="http://schemas.microsoft.com/office/drawing/2014/main" id="{924B157F-5BAD-57C1-2C3E-50BECA47D573}"/>
                </a:ext>
              </a:extLst>
            </p:cNvPr>
            <p:cNvSpPr>
              <a:spLocks noChangeArrowheads="1"/>
            </p:cNvSpPr>
            <p:nvPr/>
          </p:nvSpPr>
          <p:spPr bwMode="auto">
            <a:xfrm>
              <a:off x="2521" y="3051"/>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Line 53">
              <a:extLst>
                <a:ext uri="{FF2B5EF4-FFF2-40B4-BE49-F238E27FC236}">
                  <a16:creationId xmlns:a16="http://schemas.microsoft.com/office/drawing/2014/main" id="{F63C8013-EFCF-CB0D-3DD6-86931AC40892}"/>
                </a:ext>
              </a:extLst>
            </p:cNvPr>
            <p:cNvSpPr>
              <a:spLocks noChangeShapeType="1"/>
            </p:cNvSpPr>
            <p:nvPr/>
          </p:nvSpPr>
          <p:spPr bwMode="auto">
            <a:xfrm>
              <a:off x="2521" y="324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Rectangle 54">
              <a:extLst>
                <a:ext uri="{FF2B5EF4-FFF2-40B4-BE49-F238E27FC236}">
                  <a16:creationId xmlns:a16="http://schemas.microsoft.com/office/drawing/2014/main" id="{7FE83406-9C29-1FF1-B268-592B2D931F59}"/>
                </a:ext>
              </a:extLst>
            </p:cNvPr>
            <p:cNvSpPr>
              <a:spLocks noChangeArrowheads="1"/>
            </p:cNvSpPr>
            <p:nvPr/>
          </p:nvSpPr>
          <p:spPr bwMode="auto">
            <a:xfrm>
              <a:off x="2521" y="324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55">
              <a:extLst>
                <a:ext uri="{FF2B5EF4-FFF2-40B4-BE49-F238E27FC236}">
                  <a16:creationId xmlns:a16="http://schemas.microsoft.com/office/drawing/2014/main" id="{222DE373-E623-A220-0ECA-44F71AA23E7F}"/>
                </a:ext>
              </a:extLst>
            </p:cNvPr>
            <p:cNvSpPr>
              <a:spLocks noChangeShapeType="1"/>
            </p:cNvSpPr>
            <p:nvPr/>
          </p:nvSpPr>
          <p:spPr bwMode="auto">
            <a:xfrm>
              <a:off x="2521" y="3445"/>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Rectangle 56">
              <a:extLst>
                <a:ext uri="{FF2B5EF4-FFF2-40B4-BE49-F238E27FC236}">
                  <a16:creationId xmlns:a16="http://schemas.microsoft.com/office/drawing/2014/main" id="{33994638-16FC-816C-EC79-4733A8F9D55B}"/>
                </a:ext>
              </a:extLst>
            </p:cNvPr>
            <p:cNvSpPr>
              <a:spLocks noChangeArrowheads="1"/>
            </p:cNvSpPr>
            <p:nvPr/>
          </p:nvSpPr>
          <p:spPr bwMode="auto">
            <a:xfrm>
              <a:off x="2521" y="3445"/>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Line 57">
              <a:extLst>
                <a:ext uri="{FF2B5EF4-FFF2-40B4-BE49-F238E27FC236}">
                  <a16:creationId xmlns:a16="http://schemas.microsoft.com/office/drawing/2014/main" id="{79BD7BDC-C04E-BAC0-EA9E-5213DEB8A6B8}"/>
                </a:ext>
              </a:extLst>
            </p:cNvPr>
            <p:cNvSpPr>
              <a:spLocks noChangeShapeType="1"/>
            </p:cNvSpPr>
            <p:nvPr/>
          </p:nvSpPr>
          <p:spPr bwMode="auto">
            <a:xfrm>
              <a:off x="2521" y="3641"/>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Rectangle 58">
              <a:extLst>
                <a:ext uri="{FF2B5EF4-FFF2-40B4-BE49-F238E27FC236}">
                  <a16:creationId xmlns:a16="http://schemas.microsoft.com/office/drawing/2014/main" id="{D49F03A3-91A9-B08E-1D85-F76D16D91C27}"/>
                </a:ext>
              </a:extLst>
            </p:cNvPr>
            <p:cNvSpPr>
              <a:spLocks noChangeArrowheads="1"/>
            </p:cNvSpPr>
            <p:nvPr/>
          </p:nvSpPr>
          <p:spPr bwMode="auto">
            <a:xfrm>
              <a:off x="2521" y="3641"/>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59">
              <a:extLst>
                <a:ext uri="{FF2B5EF4-FFF2-40B4-BE49-F238E27FC236}">
                  <a16:creationId xmlns:a16="http://schemas.microsoft.com/office/drawing/2014/main" id="{6A532265-E459-8D2B-A8A4-1ACEF7B019AA}"/>
                </a:ext>
              </a:extLst>
            </p:cNvPr>
            <p:cNvSpPr>
              <a:spLocks noChangeShapeType="1"/>
            </p:cNvSpPr>
            <p:nvPr/>
          </p:nvSpPr>
          <p:spPr bwMode="auto">
            <a:xfrm>
              <a:off x="2521" y="3838"/>
              <a:ext cx="1" cy="1"/>
            </a:xfrm>
            <a:prstGeom prst="line">
              <a:avLst/>
            </a:prstGeom>
            <a:noFill/>
            <a:ln w="0">
              <a:solidFill>
                <a:srgbClr val="E0E0E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Rectangle 60">
              <a:extLst>
                <a:ext uri="{FF2B5EF4-FFF2-40B4-BE49-F238E27FC236}">
                  <a16:creationId xmlns:a16="http://schemas.microsoft.com/office/drawing/2014/main" id="{AB902FCF-7826-390A-44FF-4A0736584CD6}"/>
                </a:ext>
              </a:extLst>
            </p:cNvPr>
            <p:cNvSpPr>
              <a:spLocks noChangeArrowheads="1"/>
            </p:cNvSpPr>
            <p:nvPr/>
          </p:nvSpPr>
          <p:spPr bwMode="auto">
            <a:xfrm>
              <a:off x="2521" y="3838"/>
              <a:ext cx="11" cy="1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61">
              <a:extLst>
                <a:ext uri="{FF2B5EF4-FFF2-40B4-BE49-F238E27FC236}">
                  <a16:creationId xmlns:a16="http://schemas.microsoft.com/office/drawing/2014/main" id="{16ECB534-91AF-46DB-C48B-84EC7A702169}"/>
                </a:ext>
              </a:extLst>
            </p:cNvPr>
            <p:cNvSpPr>
              <a:spLocks noChangeArrowheads="1"/>
            </p:cNvSpPr>
            <p:nvPr/>
          </p:nvSpPr>
          <p:spPr bwMode="auto">
            <a:xfrm>
              <a:off x="2487" y="3818"/>
              <a:ext cx="23" cy="2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62">
              <a:extLst>
                <a:ext uri="{FF2B5EF4-FFF2-40B4-BE49-F238E27FC236}">
                  <a16:creationId xmlns:a16="http://schemas.microsoft.com/office/drawing/2014/main" id="{926C8448-B2FB-BF9B-863C-7E6472836E9F}"/>
                </a:ext>
              </a:extLst>
            </p:cNvPr>
            <p:cNvSpPr>
              <a:spLocks noChangeArrowheads="1"/>
            </p:cNvSpPr>
            <p:nvPr/>
          </p:nvSpPr>
          <p:spPr bwMode="auto">
            <a:xfrm>
              <a:off x="2498" y="3828"/>
              <a:ext cx="12"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63">
              <a:extLst>
                <a:ext uri="{FF2B5EF4-FFF2-40B4-BE49-F238E27FC236}">
                  <a16:creationId xmlns:a16="http://schemas.microsoft.com/office/drawing/2014/main" id="{A5F90DE6-594D-7B78-FFF3-FD964E94243A}"/>
                </a:ext>
              </a:extLst>
            </p:cNvPr>
            <p:cNvSpPr>
              <a:spLocks noChangeArrowheads="1"/>
            </p:cNvSpPr>
            <p:nvPr/>
          </p:nvSpPr>
          <p:spPr bwMode="auto">
            <a:xfrm>
              <a:off x="2498" y="3828"/>
              <a:ext cx="12"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4">
              <a:extLst>
                <a:ext uri="{FF2B5EF4-FFF2-40B4-BE49-F238E27FC236}">
                  <a16:creationId xmlns:a16="http://schemas.microsoft.com/office/drawing/2014/main" id="{B233514C-477B-4DFD-EA70-EEF273B0C0DC}"/>
                </a:ext>
              </a:extLst>
            </p:cNvPr>
            <p:cNvSpPr>
              <a:spLocks noChangeArrowheads="1"/>
            </p:cNvSpPr>
            <p:nvPr/>
          </p:nvSpPr>
          <p:spPr bwMode="auto">
            <a:xfrm>
              <a:off x="2465" y="3818"/>
              <a:ext cx="22" cy="2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5">
              <a:extLst>
                <a:ext uri="{FF2B5EF4-FFF2-40B4-BE49-F238E27FC236}">
                  <a16:creationId xmlns:a16="http://schemas.microsoft.com/office/drawing/2014/main" id="{D130EF74-127E-9DBA-79FB-56EFDF526685}"/>
                </a:ext>
              </a:extLst>
            </p:cNvPr>
            <p:cNvSpPr>
              <a:spLocks noChangeArrowheads="1"/>
            </p:cNvSpPr>
            <p:nvPr/>
          </p:nvSpPr>
          <p:spPr bwMode="auto">
            <a:xfrm>
              <a:off x="2476" y="3828"/>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6">
              <a:extLst>
                <a:ext uri="{FF2B5EF4-FFF2-40B4-BE49-F238E27FC236}">
                  <a16:creationId xmlns:a16="http://schemas.microsoft.com/office/drawing/2014/main" id="{865632A8-A908-EBD2-C1C1-F80C3105D25E}"/>
                </a:ext>
              </a:extLst>
            </p:cNvPr>
            <p:cNvSpPr>
              <a:spLocks noChangeArrowheads="1"/>
            </p:cNvSpPr>
            <p:nvPr/>
          </p:nvSpPr>
          <p:spPr bwMode="auto">
            <a:xfrm>
              <a:off x="2476" y="3828"/>
              <a:ext cx="11" cy="10"/>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67">
              <a:extLst>
                <a:ext uri="{FF2B5EF4-FFF2-40B4-BE49-F238E27FC236}">
                  <a16:creationId xmlns:a16="http://schemas.microsoft.com/office/drawing/2014/main" id="{4E9FBB98-D880-E96F-FB45-76AB839AE488}"/>
                </a:ext>
              </a:extLst>
            </p:cNvPr>
            <p:cNvSpPr>
              <a:spLocks noChangeArrowheads="1"/>
            </p:cNvSpPr>
            <p:nvPr/>
          </p:nvSpPr>
          <p:spPr bwMode="auto">
            <a:xfrm>
              <a:off x="2487" y="3799"/>
              <a:ext cx="23" cy="19"/>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8">
              <a:extLst>
                <a:ext uri="{FF2B5EF4-FFF2-40B4-BE49-F238E27FC236}">
                  <a16:creationId xmlns:a16="http://schemas.microsoft.com/office/drawing/2014/main" id="{27295962-85EA-61BD-552F-24DC7B90D9EA}"/>
                </a:ext>
              </a:extLst>
            </p:cNvPr>
            <p:cNvSpPr>
              <a:spLocks noChangeArrowheads="1"/>
            </p:cNvSpPr>
            <p:nvPr/>
          </p:nvSpPr>
          <p:spPr bwMode="auto">
            <a:xfrm>
              <a:off x="2498" y="3809"/>
              <a:ext cx="12" cy="9"/>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69">
              <a:extLst>
                <a:ext uri="{FF2B5EF4-FFF2-40B4-BE49-F238E27FC236}">
                  <a16:creationId xmlns:a16="http://schemas.microsoft.com/office/drawing/2014/main" id="{BEC3D79B-A943-6050-105D-697E36B0B97D}"/>
                </a:ext>
              </a:extLst>
            </p:cNvPr>
            <p:cNvSpPr>
              <a:spLocks noChangeArrowheads="1"/>
            </p:cNvSpPr>
            <p:nvPr/>
          </p:nvSpPr>
          <p:spPr bwMode="auto">
            <a:xfrm>
              <a:off x="2498" y="3809"/>
              <a:ext cx="12" cy="9"/>
            </a:xfrm>
            <a:prstGeom prst="rect">
              <a:avLst/>
            </a:prstGeom>
            <a:solidFill>
              <a:srgbClr val="485D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37593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0B72-96F1-0A1F-4E85-42946890D084}"/>
              </a:ext>
            </a:extLst>
          </p:cNvPr>
          <p:cNvSpPr>
            <a:spLocks noGrp="1"/>
          </p:cNvSpPr>
          <p:nvPr>
            <p:ph type="title"/>
          </p:nvPr>
        </p:nvSpPr>
        <p:spPr>
          <a:xfrm>
            <a:off x="2338466" y="166725"/>
            <a:ext cx="6935536" cy="1763676"/>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7BBF99F6-6E13-5D69-3909-3FB1D121EF7E}"/>
              </a:ext>
            </a:extLst>
          </p:cNvPr>
          <p:cNvSpPr>
            <a:spLocks noGrp="1"/>
          </p:cNvSpPr>
          <p:nvPr>
            <p:ph idx="1"/>
          </p:nvPr>
        </p:nvSpPr>
        <p:spPr>
          <a:xfrm>
            <a:off x="677334" y="989350"/>
            <a:ext cx="9740830" cy="7210269"/>
          </a:xfrm>
        </p:spPr>
        <p:txBody>
          <a:bodyPr/>
          <a:lstStyle/>
          <a:p>
            <a:r>
              <a:rPr lang="en-US" b="1" i="1" dirty="0">
                <a:solidFill>
                  <a:schemeClr val="accent1">
                    <a:lumMod val="75000"/>
                  </a:schemeClr>
                </a:solidFill>
              </a:rPr>
              <a:t>Query 9: Retrieve the employee number, first name, last name and title of employees who are currently managers</a:t>
            </a: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pPr marL="0" indent="0">
              <a:buNone/>
            </a:pPr>
            <a:endParaRPr lang="en-US" b="1" i="1" dirty="0">
              <a:solidFill>
                <a:schemeClr val="accent1">
                  <a:lumMod val="75000"/>
                </a:schemeClr>
              </a:solidFill>
            </a:endParaRPr>
          </a:p>
          <a:p>
            <a:pPr marL="0" indent="0">
              <a:buNone/>
            </a:pPr>
            <a:endParaRPr lang="en-US" b="1" i="1" dirty="0">
              <a:solidFill>
                <a:schemeClr val="accent1">
                  <a:lumMod val="75000"/>
                </a:schemeClr>
              </a:solidFill>
            </a:endParaRPr>
          </a:p>
          <a:p>
            <a:r>
              <a:rPr lang="en-US" b="1" i="1" dirty="0">
                <a:solidFill>
                  <a:schemeClr val="accent1">
                    <a:lumMod val="75000"/>
                  </a:schemeClr>
                </a:solidFill>
              </a:rPr>
              <a:t>Query 10: Retrieve the employee number, first name, last name and department name of employees who are currently working in the finance department</a:t>
            </a:r>
            <a:endParaRPr lang="en-US" dirty="0"/>
          </a:p>
        </p:txBody>
      </p:sp>
      <p:pic>
        <p:nvPicPr>
          <p:cNvPr id="7" name="Picture 6">
            <a:extLst>
              <a:ext uri="{FF2B5EF4-FFF2-40B4-BE49-F238E27FC236}">
                <a16:creationId xmlns:a16="http://schemas.microsoft.com/office/drawing/2014/main" id="{A9D566B9-29D9-B2FF-B95C-983BDC75D8D9}"/>
              </a:ext>
            </a:extLst>
          </p:cNvPr>
          <p:cNvPicPr>
            <a:picLocks noChangeAspect="1"/>
          </p:cNvPicPr>
          <p:nvPr/>
        </p:nvPicPr>
        <p:blipFill>
          <a:blip r:embed="rId3"/>
          <a:stretch>
            <a:fillRect/>
          </a:stretch>
        </p:blipFill>
        <p:spPr>
          <a:xfrm>
            <a:off x="677334" y="1786124"/>
            <a:ext cx="4284410" cy="880569"/>
          </a:xfrm>
          <a:prstGeom prst="rect">
            <a:avLst/>
          </a:prstGeom>
        </p:spPr>
      </p:pic>
      <p:sp>
        <p:nvSpPr>
          <p:cNvPr id="8" name="TextBox 7">
            <a:extLst>
              <a:ext uri="{FF2B5EF4-FFF2-40B4-BE49-F238E27FC236}">
                <a16:creationId xmlns:a16="http://schemas.microsoft.com/office/drawing/2014/main" id="{96A4E3DD-6D82-A519-3EF0-E6BACBE4C8C1}"/>
              </a:ext>
            </a:extLst>
          </p:cNvPr>
          <p:cNvSpPr txBox="1"/>
          <p:nvPr/>
        </p:nvSpPr>
        <p:spPr>
          <a:xfrm>
            <a:off x="4961744" y="1588957"/>
            <a:ext cx="5621313" cy="2031325"/>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employees.emp_no, </a:t>
            </a:r>
          </a:p>
          <a:p>
            <a:r>
              <a:rPr lang="en-US" b="1" i="1" dirty="0">
                <a:solidFill>
                  <a:schemeClr val="accent1">
                    <a:lumMod val="75000"/>
                  </a:schemeClr>
                </a:solidFill>
              </a:rPr>
              <a:t>employees.first_name, employees.last_name,</a:t>
            </a:r>
          </a:p>
          <a:p>
            <a:r>
              <a:rPr lang="en-US" b="1" i="1" dirty="0">
                <a:solidFill>
                  <a:schemeClr val="accent1">
                    <a:lumMod val="75000"/>
                  </a:schemeClr>
                </a:solidFill>
              </a:rPr>
              <a:t>employee_titles.title </a:t>
            </a:r>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JOIN </a:t>
            </a:r>
            <a:r>
              <a:rPr lang="en-US" b="1" i="1" dirty="0">
                <a:solidFill>
                  <a:schemeClr val="accent1">
                    <a:lumMod val="75000"/>
                  </a:schemeClr>
                </a:solidFill>
              </a:rPr>
              <a:t>employee_titles </a:t>
            </a:r>
            <a:r>
              <a:rPr lang="en-US" b="1" i="1" dirty="0">
                <a:solidFill>
                  <a:schemeClr val="accent2">
                    <a:lumMod val="50000"/>
                  </a:schemeClr>
                </a:solidFill>
              </a:rPr>
              <a:t>ON</a:t>
            </a:r>
            <a:r>
              <a:rPr lang="en-US" b="1" i="1" dirty="0">
                <a:solidFill>
                  <a:schemeClr val="accent1">
                    <a:lumMod val="75000"/>
                  </a:schemeClr>
                </a:solidFill>
              </a:rPr>
              <a:t> employees.emp_no= employee_titles.emp_no</a:t>
            </a:r>
          </a:p>
          <a:p>
            <a:r>
              <a:rPr lang="en-US" b="1" i="1" dirty="0">
                <a:solidFill>
                  <a:schemeClr val="accent2">
                    <a:lumMod val="50000"/>
                  </a:schemeClr>
                </a:solidFill>
              </a:rPr>
              <a:t>WHERE</a:t>
            </a:r>
            <a:r>
              <a:rPr lang="en-US" b="1" i="1" dirty="0">
                <a:solidFill>
                  <a:schemeClr val="accent1">
                    <a:lumMod val="75000"/>
                  </a:schemeClr>
                </a:solidFill>
              </a:rPr>
              <a:t> title='Manager'</a:t>
            </a:r>
            <a:r>
              <a:rPr lang="en-US" b="1" i="1" dirty="0">
                <a:solidFill>
                  <a:schemeClr val="accent2">
                    <a:lumMod val="50000"/>
                  </a:schemeClr>
                </a:solidFill>
              </a:rPr>
              <a:t> AND </a:t>
            </a:r>
            <a:r>
              <a:rPr lang="en-US" b="1" i="1" dirty="0">
                <a:solidFill>
                  <a:schemeClr val="accent1">
                    <a:lumMod val="75000"/>
                  </a:schemeClr>
                </a:solidFill>
              </a:rPr>
              <a:t>to_date='9999-01-01'</a:t>
            </a:r>
          </a:p>
        </p:txBody>
      </p:sp>
      <p:pic>
        <p:nvPicPr>
          <p:cNvPr id="9" name="Picture 8">
            <a:extLst>
              <a:ext uri="{FF2B5EF4-FFF2-40B4-BE49-F238E27FC236}">
                <a16:creationId xmlns:a16="http://schemas.microsoft.com/office/drawing/2014/main" id="{C6709DE2-52D6-4278-0FA5-A71B38708513}"/>
              </a:ext>
            </a:extLst>
          </p:cNvPr>
          <p:cNvPicPr>
            <a:picLocks noChangeAspect="1"/>
          </p:cNvPicPr>
          <p:nvPr/>
        </p:nvPicPr>
        <p:blipFill>
          <a:blip r:embed="rId4"/>
          <a:stretch>
            <a:fillRect/>
          </a:stretch>
        </p:blipFill>
        <p:spPr>
          <a:xfrm>
            <a:off x="662342" y="4582727"/>
            <a:ext cx="4134509" cy="1051499"/>
          </a:xfrm>
          <a:prstGeom prst="rect">
            <a:avLst/>
          </a:prstGeom>
        </p:spPr>
      </p:pic>
      <p:sp>
        <p:nvSpPr>
          <p:cNvPr id="10" name="TextBox 9">
            <a:extLst>
              <a:ext uri="{FF2B5EF4-FFF2-40B4-BE49-F238E27FC236}">
                <a16:creationId xmlns:a16="http://schemas.microsoft.com/office/drawing/2014/main" id="{53D82564-7BDD-8491-354E-4B8D68B355DE}"/>
              </a:ext>
            </a:extLst>
          </p:cNvPr>
          <p:cNvSpPr txBox="1"/>
          <p:nvPr/>
        </p:nvSpPr>
        <p:spPr>
          <a:xfrm>
            <a:off x="4961744" y="4219890"/>
            <a:ext cx="5471411" cy="2585323"/>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employees.emp_no, employees.first_name, employees.last_name,</a:t>
            </a:r>
          </a:p>
          <a:p>
            <a:r>
              <a:rPr lang="en-US" b="1" i="1" dirty="0">
                <a:solidFill>
                  <a:schemeClr val="accent1">
                    <a:lumMod val="75000"/>
                  </a:schemeClr>
                </a:solidFill>
              </a:rPr>
              <a:t>departments.dept_name </a:t>
            </a:r>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JOIN</a:t>
            </a:r>
            <a:r>
              <a:rPr lang="en-US" b="1" i="1" dirty="0">
                <a:solidFill>
                  <a:schemeClr val="accent1">
                    <a:lumMod val="75000"/>
                  </a:schemeClr>
                </a:solidFill>
              </a:rPr>
              <a:t> dept_emp </a:t>
            </a:r>
            <a:r>
              <a:rPr lang="en-US" b="1" i="1" dirty="0">
                <a:solidFill>
                  <a:schemeClr val="accent2">
                    <a:lumMod val="50000"/>
                  </a:schemeClr>
                </a:solidFill>
              </a:rPr>
              <a:t>ON</a:t>
            </a:r>
            <a:r>
              <a:rPr lang="en-US" b="1" i="1" dirty="0">
                <a:solidFill>
                  <a:schemeClr val="accent1">
                    <a:lumMod val="75000"/>
                  </a:schemeClr>
                </a:solidFill>
              </a:rPr>
              <a:t> employees.emp_no= dept_emp.emp_no</a:t>
            </a:r>
          </a:p>
          <a:p>
            <a:r>
              <a:rPr lang="en-US" b="1" i="1" dirty="0">
                <a:solidFill>
                  <a:schemeClr val="accent2">
                    <a:lumMod val="50000"/>
                  </a:schemeClr>
                </a:solidFill>
              </a:rPr>
              <a:t>JOIN </a:t>
            </a:r>
            <a:r>
              <a:rPr lang="en-US" b="1" i="1" dirty="0">
                <a:solidFill>
                  <a:schemeClr val="accent1">
                    <a:lumMod val="75000"/>
                  </a:schemeClr>
                </a:solidFill>
              </a:rPr>
              <a:t>departments </a:t>
            </a:r>
            <a:r>
              <a:rPr lang="en-US" b="1" i="1" dirty="0">
                <a:solidFill>
                  <a:schemeClr val="accent2">
                    <a:lumMod val="50000"/>
                  </a:schemeClr>
                </a:solidFill>
              </a:rPr>
              <a:t>ON</a:t>
            </a:r>
            <a:r>
              <a:rPr lang="en-US" b="1" i="1" dirty="0">
                <a:solidFill>
                  <a:schemeClr val="accent1">
                    <a:lumMod val="75000"/>
                  </a:schemeClr>
                </a:solidFill>
              </a:rPr>
              <a:t> dept_emp.dept_no= departments.dept_no</a:t>
            </a:r>
          </a:p>
          <a:p>
            <a:r>
              <a:rPr lang="en-US" b="1" i="1" dirty="0">
                <a:solidFill>
                  <a:schemeClr val="accent2">
                    <a:lumMod val="50000"/>
                  </a:schemeClr>
                </a:solidFill>
              </a:rPr>
              <a:t>WHERE</a:t>
            </a:r>
            <a:r>
              <a:rPr lang="en-US" b="1" i="1" dirty="0">
                <a:solidFill>
                  <a:schemeClr val="accent1">
                    <a:lumMod val="75000"/>
                  </a:schemeClr>
                </a:solidFill>
              </a:rPr>
              <a:t> dept_name='Finance’ </a:t>
            </a:r>
          </a:p>
          <a:p>
            <a:r>
              <a:rPr lang="en-US" b="1" i="1" dirty="0">
                <a:solidFill>
                  <a:schemeClr val="accent2">
                    <a:lumMod val="50000"/>
                  </a:schemeClr>
                </a:solidFill>
              </a:rPr>
              <a:t>AND </a:t>
            </a:r>
            <a:r>
              <a:rPr lang="en-US" b="1" i="1" dirty="0">
                <a:solidFill>
                  <a:schemeClr val="accent1">
                    <a:lumMod val="75000"/>
                  </a:schemeClr>
                </a:solidFill>
              </a:rPr>
              <a:t>to_date='9999-01-01'</a:t>
            </a:r>
          </a:p>
        </p:txBody>
      </p:sp>
    </p:spTree>
    <p:extLst>
      <p:ext uri="{BB962C8B-B14F-4D97-AF65-F5344CB8AC3E}">
        <p14:creationId xmlns:p14="http://schemas.microsoft.com/office/powerpoint/2010/main" val="80245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40FBB-D0F2-7754-1F9A-1FD948E1EBDA}"/>
              </a:ext>
            </a:extLst>
          </p:cNvPr>
          <p:cNvSpPr>
            <a:spLocks noGrp="1"/>
          </p:cNvSpPr>
          <p:nvPr>
            <p:ph type="title"/>
          </p:nvPr>
        </p:nvSpPr>
        <p:spPr>
          <a:xfrm>
            <a:off x="2563318" y="314793"/>
            <a:ext cx="6710684" cy="1615607"/>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6B6FDD40-5D00-88C2-8BE9-9C7505902D5A}"/>
              </a:ext>
            </a:extLst>
          </p:cNvPr>
          <p:cNvSpPr>
            <a:spLocks noGrp="1"/>
          </p:cNvSpPr>
          <p:nvPr>
            <p:ph idx="1"/>
          </p:nvPr>
        </p:nvSpPr>
        <p:spPr>
          <a:xfrm>
            <a:off x="677333" y="1244185"/>
            <a:ext cx="9291125" cy="5299022"/>
          </a:xfrm>
        </p:spPr>
        <p:txBody>
          <a:bodyPr/>
          <a:lstStyle/>
          <a:p>
            <a:r>
              <a:rPr lang="en-US" b="1" i="1" dirty="0">
                <a:solidFill>
                  <a:schemeClr val="accent1">
                    <a:lumMod val="75000"/>
                  </a:schemeClr>
                </a:solidFill>
              </a:rPr>
              <a:t>Query 11: Find the gender of employee with emp_no 10007</a:t>
            </a:r>
          </a:p>
          <a:p>
            <a:endParaRPr lang="en-US" b="1" i="1" dirty="0">
              <a:solidFill>
                <a:schemeClr val="accent1">
                  <a:lumMod val="75000"/>
                </a:schemeClr>
              </a:solidFill>
            </a:endParaRPr>
          </a:p>
          <a:p>
            <a:endParaRPr lang="en-US" b="1" i="1" dirty="0">
              <a:solidFill>
                <a:schemeClr val="accent1">
                  <a:lumMod val="75000"/>
                </a:schemeClr>
              </a:solidFill>
            </a:endParaRPr>
          </a:p>
          <a:p>
            <a:pPr marL="0" indent="0">
              <a:buNone/>
            </a:pPr>
            <a:endParaRPr lang="en-US" b="1" i="1" dirty="0">
              <a:solidFill>
                <a:schemeClr val="accent1">
                  <a:lumMod val="75000"/>
                </a:schemeClr>
              </a:solidFill>
            </a:endParaRPr>
          </a:p>
          <a:p>
            <a:r>
              <a:rPr lang="en-US" b="1" i="1" dirty="0">
                <a:solidFill>
                  <a:schemeClr val="accent1">
                    <a:lumMod val="75000"/>
                  </a:schemeClr>
                </a:solidFill>
              </a:rPr>
              <a:t>Query 12: Retrieve the employee number, first name, last name and department name of employees who have held a managerial position</a:t>
            </a:r>
          </a:p>
        </p:txBody>
      </p:sp>
      <p:pic>
        <p:nvPicPr>
          <p:cNvPr id="4" name="Picture 3">
            <a:extLst>
              <a:ext uri="{FF2B5EF4-FFF2-40B4-BE49-F238E27FC236}">
                <a16:creationId xmlns:a16="http://schemas.microsoft.com/office/drawing/2014/main" id="{D9FE8DB0-CD2B-C53F-3799-7810927D2F7C}"/>
              </a:ext>
            </a:extLst>
          </p:cNvPr>
          <p:cNvPicPr>
            <a:picLocks noChangeAspect="1"/>
          </p:cNvPicPr>
          <p:nvPr/>
        </p:nvPicPr>
        <p:blipFill>
          <a:blip r:embed="rId2"/>
          <a:stretch>
            <a:fillRect/>
          </a:stretch>
        </p:blipFill>
        <p:spPr>
          <a:xfrm>
            <a:off x="827868" y="1993511"/>
            <a:ext cx="2090130" cy="651552"/>
          </a:xfrm>
          <a:prstGeom prst="rect">
            <a:avLst/>
          </a:prstGeom>
        </p:spPr>
      </p:pic>
      <p:sp>
        <p:nvSpPr>
          <p:cNvPr id="5" name="TextBox 4">
            <a:extLst>
              <a:ext uri="{FF2B5EF4-FFF2-40B4-BE49-F238E27FC236}">
                <a16:creationId xmlns:a16="http://schemas.microsoft.com/office/drawing/2014/main" id="{CBDF8A89-9C96-3C9E-8B4C-A0BACBF7066A}"/>
              </a:ext>
            </a:extLst>
          </p:cNvPr>
          <p:cNvSpPr txBox="1"/>
          <p:nvPr/>
        </p:nvSpPr>
        <p:spPr>
          <a:xfrm>
            <a:off x="4302177" y="1998732"/>
            <a:ext cx="4971825" cy="646331"/>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emp_no, gender </a:t>
            </a:r>
            <a:r>
              <a:rPr lang="en-US" b="1" i="1" dirty="0">
                <a:solidFill>
                  <a:schemeClr val="accent2">
                    <a:lumMod val="50000"/>
                  </a:schemeClr>
                </a:solidFill>
              </a:rPr>
              <a:t>FROM </a:t>
            </a:r>
            <a:r>
              <a:rPr lang="en-US" b="1" i="1" dirty="0">
                <a:solidFill>
                  <a:schemeClr val="accent1">
                    <a:lumMod val="75000"/>
                  </a:schemeClr>
                </a:solidFill>
              </a:rPr>
              <a:t>employees</a:t>
            </a:r>
          </a:p>
          <a:p>
            <a:r>
              <a:rPr lang="en-US" b="1" i="1" dirty="0">
                <a:solidFill>
                  <a:schemeClr val="accent2">
                    <a:lumMod val="50000"/>
                  </a:schemeClr>
                </a:solidFill>
              </a:rPr>
              <a:t>WHERE</a:t>
            </a:r>
            <a:r>
              <a:rPr lang="en-US" b="1" i="1" dirty="0">
                <a:solidFill>
                  <a:schemeClr val="accent1">
                    <a:lumMod val="75000"/>
                  </a:schemeClr>
                </a:solidFill>
              </a:rPr>
              <a:t> emp_no='10007'</a:t>
            </a:r>
          </a:p>
        </p:txBody>
      </p:sp>
      <p:pic>
        <p:nvPicPr>
          <p:cNvPr id="8" name="Picture 7">
            <a:extLst>
              <a:ext uri="{FF2B5EF4-FFF2-40B4-BE49-F238E27FC236}">
                <a16:creationId xmlns:a16="http://schemas.microsoft.com/office/drawing/2014/main" id="{3EAD1E2B-2835-6CE2-0E2C-BD11BEF18DC8}"/>
              </a:ext>
            </a:extLst>
          </p:cNvPr>
          <p:cNvPicPr>
            <a:picLocks noChangeAspect="1"/>
          </p:cNvPicPr>
          <p:nvPr/>
        </p:nvPicPr>
        <p:blipFill>
          <a:blip r:embed="rId3"/>
          <a:stretch>
            <a:fillRect/>
          </a:stretch>
        </p:blipFill>
        <p:spPr>
          <a:xfrm>
            <a:off x="749966" y="3659474"/>
            <a:ext cx="3552211" cy="1324053"/>
          </a:xfrm>
          <a:prstGeom prst="rect">
            <a:avLst/>
          </a:prstGeom>
        </p:spPr>
      </p:pic>
      <p:sp>
        <p:nvSpPr>
          <p:cNvPr id="9" name="TextBox 8">
            <a:extLst>
              <a:ext uri="{FF2B5EF4-FFF2-40B4-BE49-F238E27FC236}">
                <a16:creationId xmlns:a16="http://schemas.microsoft.com/office/drawing/2014/main" id="{76203F64-93F5-521B-CC2F-3464FC1C83EA}"/>
              </a:ext>
            </a:extLst>
          </p:cNvPr>
          <p:cNvSpPr txBox="1"/>
          <p:nvPr/>
        </p:nvSpPr>
        <p:spPr>
          <a:xfrm>
            <a:off x="4302177" y="3582649"/>
            <a:ext cx="5906125" cy="2862322"/>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employees.emp_no, employees.first_name, employees.last_name, departments.dept_name</a:t>
            </a:r>
          </a:p>
          <a:p>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JOIN</a:t>
            </a:r>
            <a:r>
              <a:rPr lang="en-US" b="1" i="1" dirty="0">
                <a:solidFill>
                  <a:schemeClr val="accent1">
                    <a:lumMod val="75000"/>
                  </a:schemeClr>
                </a:solidFill>
              </a:rPr>
              <a:t> employee_titles </a:t>
            </a:r>
            <a:r>
              <a:rPr lang="en-US" b="1" i="1" dirty="0">
                <a:solidFill>
                  <a:schemeClr val="accent2">
                    <a:lumMod val="50000"/>
                  </a:schemeClr>
                </a:solidFill>
              </a:rPr>
              <a:t>ON </a:t>
            </a:r>
            <a:r>
              <a:rPr lang="en-US" b="1" i="1" dirty="0">
                <a:solidFill>
                  <a:schemeClr val="accent1">
                    <a:lumMod val="75000"/>
                  </a:schemeClr>
                </a:solidFill>
              </a:rPr>
              <a:t>employees.emp_no= employee_titles.emp_no</a:t>
            </a:r>
          </a:p>
          <a:p>
            <a:r>
              <a:rPr lang="en-US" b="1" i="1" dirty="0">
                <a:solidFill>
                  <a:schemeClr val="accent2">
                    <a:lumMod val="50000"/>
                  </a:schemeClr>
                </a:solidFill>
              </a:rPr>
              <a:t>JOIN</a:t>
            </a:r>
            <a:r>
              <a:rPr lang="en-US" b="1" i="1" dirty="0">
                <a:solidFill>
                  <a:schemeClr val="accent1">
                    <a:lumMod val="75000"/>
                  </a:schemeClr>
                </a:solidFill>
              </a:rPr>
              <a:t> dept_emp </a:t>
            </a:r>
            <a:r>
              <a:rPr lang="en-US" b="1" i="1" dirty="0">
                <a:solidFill>
                  <a:schemeClr val="accent2">
                    <a:lumMod val="50000"/>
                  </a:schemeClr>
                </a:solidFill>
              </a:rPr>
              <a:t>ON</a:t>
            </a:r>
            <a:r>
              <a:rPr lang="en-US" b="1" i="1" dirty="0">
                <a:solidFill>
                  <a:schemeClr val="accent1">
                    <a:lumMod val="75000"/>
                  </a:schemeClr>
                </a:solidFill>
              </a:rPr>
              <a:t> employees.emp_no= dept_emp.emp_no</a:t>
            </a:r>
          </a:p>
          <a:p>
            <a:r>
              <a:rPr lang="en-US" b="1" i="1" dirty="0">
                <a:solidFill>
                  <a:schemeClr val="accent2">
                    <a:lumMod val="50000"/>
                  </a:schemeClr>
                </a:solidFill>
              </a:rPr>
              <a:t>JOIN</a:t>
            </a:r>
            <a:r>
              <a:rPr lang="en-US" b="1" i="1" dirty="0">
                <a:solidFill>
                  <a:schemeClr val="accent1">
                    <a:lumMod val="75000"/>
                  </a:schemeClr>
                </a:solidFill>
              </a:rPr>
              <a:t> departments </a:t>
            </a:r>
            <a:r>
              <a:rPr lang="en-US" b="1" i="1" dirty="0">
                <a:solidFill>
                  <a:schemeClr val="accent2">
                    <a:lumMod val="50000"/>
                  </a:schemeClr>
                </a:solidFill>
              </a:rPr>
              <a:t>ON </a:t>
            </a:r>
            <a:r>
              <a:rPr lang="en-US" b="1" i="1" dirty="0">
                <a:solidFill>
                  <a:schemeClr val="accent1">
                    <a:lumMod val="75000"/>
                  </a:schemeClr>
                </a:solidFill>
              </a:rPr>
              <a:t>dept_emp.dept_no= departments.dept_no</a:t>
            </a:r>
          </a:p>
          <a:p>
            <a:r>
              <a:rPr lang="en-US" b="1" i="1" dirty="0">
                <a:solidFill>
                  <a:schemeClr val="accent2">
                    <a:lumMod val="50000"/>
                  </a:schemeClr>
                </a:solidFill>
              </a:rPr>
              <a:t>WHERE</a:t>
            </a:r>
            <a:r>
              <a:rPr lang="en-US" b="1" i="1" dirty="0">
                <a:solidFill>
                  <a:schemeClr val="accent1">
                    <a:lumMod val="75000"/>
                  </a:schemeClr>
                </a:solidFill>
              </a:rPr>
              <a:t> title='Manager'</a:t>
            </a:r>
          </a:p>
        </p:txBody>
      </p:sp>
    </p:spTree>
    <p:extLst>
      <p:ext uri="{BB962C8B-B14F-4D97-AF65-F5344CB8AC3E}">
        <p14:creationId xmlns:p14="http://schemas.microsoft.com/office/powerpoint/2010/main" val="1805119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4DD6A-CB24-FB11-783F-3199725A1CD7}"/>
              </a:ext>
            </a:extLst>
          </p:cNvPr>
          <p:cNvSpPr>
            <a:spLocks noGrp="1"/>
          </p:cNvSpPr>
          <p:nvPr>
            <p:ph type="title"/>
          </p:nvPr>
        </p:nvSpPr>
        <p:spPr>
          <a:xfrm>
            <a:off x="1918740" y="98203"/>
            <a:ext cx="7355261" cy="951109"/>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260D863B-DA1C-2BC4-8C25-24CDA473A8BF}"/>
              </a:ext>
            </a:extLst>
          </p:cNvPr>
          <p:cNvSpPr>
            <a:spLocks noGrp="1"/>
          </p:cNvSpPr>
          <p:nvPr>
            <p:ph idx="1"/>
          </p:nvPr>
        </p:nvSpPr>
        <p:spPr>
          <a:xfrm>
            <a:off x="677334" y="971707"/>
            <a:ext cx="9560948" cy="5069656"/>
          </a:xfrm>
        </p:spPr>
        <p:txBody>
          <a:bodyPr>
            <a:normAutofit/>
          </a:bodyPr>
          <a:lstStyle/>
          <a:p>
            <a:r>
              <a:rPr lang="en-US" b="1" i="1" dirty="0">
                <a:solidFill>
                  <a:schemeClr val="accent1">
                    <a:lumMod val="75000"/>
                  </a:schemeClr>
                </a:solidFill>
              </a:rPr>
              <a:t>Query 13: Retrieve the employee number, first name, last name and salary of employees earning more than 60,000</a:t>
            </a: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endParaRPr lang="en-US" b="1" i="1" dirty="0">
              <a:solidFill>
                <a:schemeClr val="accent1">
                  <a:lumMod val="75000"/>
                </a:schemeClr>
              </a:solidFill>
            </a:endParaRPr>
          </a:p>
          <a:p>
            <a:pPr marL="0" indent="0">
              <a:buNone/>
            </a:pPr>
            <a:endParaRPr lang="en-US" b="1" i="1" dirty="0">
              <a:solidFill>
                <a:schemeClr val="accent1">
                  <a:lumMod val="75000"/>
                </a:schemeClr>
              </a:solidFill>
            </a:endParaRPr>
          </a:p>
          <a:p>
            <a:endParaRPr lang="en-US" b="1" i="1" dirty="0">
              <a:solidFill>
                <a:schemeClr val="accent1">
                  <a:lumMod val="75000"/>
                </a:schemeClr>
              </a:solidFill>
            </a:endParaRPr>
          </a:p>
          <a:p>
            <a:r>
              <a:rPr lang="en-US" b="1" i="1" dirty="0">
                <a:solidFill>
                  <a:schemeClr val="accent1">
                    <a:lumMod val="75000"/>
                  </a:schemeClr>
                </a:solidFill>
              </a:rPr>
              <a:t>Query 14: Get the total number of employees who have held the title “Senior Manager”</a:t>
            </a:r>
          </a:p>
        </p:txBody>
      </p:sp>
      <p:pic>
        <p:nvPicPr>
          <p:cNvPr id="4" name="Picture 3">
            <a:extLst>
              <a:ext uri="{FF2B5EF4-FFF2-40B4-BE49-F238E27FC236}">
                <a16:creationId xmlns:a16="http://schemas.microsoft.com/office/drawing/2014/main" id="{0B48935E-5A1F-9313-B463-5E75C5E53885}"/>
              </a:ext>
            </a:extLst>
          </p:cNvPr>
          <p:cNvPicPr>
            <a:picLocks noChangeAspect="1"/>
          </p:cNvPicPr>
          <p:nvPr/>
        </p:nvPicPr>
        <p:blipFill>
          <a:blip r:embed="rId2"/>
          <a:stretch>
            <a:fillRect/>
          </a:stretch>
        </p:blipFill>
        <p:spPr>
          <a:xfrm>
            <a:off x="1216856" y="1747930"/>
            <a:ext cx="3729898" cy="2584710"/>
          </a:xfrm>
          <a:prstGeom prst="rect">
            <a:avLst/>
          </a:prstGeom>
        </p:spPr>
      </p:pic>
      <p:sp>
        <p:nvSpPr>
          <p:cNvPr id="5" name="TextBox 4">
            <a:extLst>
              <a:ext uri="{FF2B5EF4-FFF2-40B4-BE49-F238E27FC236}">
                <a16:creationId xmlns:a16="http://schemas.microsoft.com/office/drawing/2014/main" id="{56385861-AF1A-AA23-9416-D270CF59DCD4}"/>
              </a:ext>
            </a:extLst>
          </p:cNvPr>
          <p:cNvSpPr txBox="1"/>
          <p:nvPr/>
        </p:nvSpPr>
        <p:spPr>
          <a:xfrm>
            <a:off x="5111645" y="1957310"/>
            <a:ext cx="5591207" cy="1754326"/>
          </a:xfrm>
          <a:prstGeom prst="rect">
            <a:avLst/>
          </a:prstGeom>
          <a:noFill/>
        </p:spPr>
        <p:txBody>
          <a:bodyPr wrap="square" rtlCol="0">
            <a:spAutoFit/>
          </a:bodyPr>
          <a:lstStyle/>
          <a:p>
            <a:r>
              <a:rPr lang="en-US" b="1" i="1" dirty="0">
                <a:solidFill>
                  <a:schemeClr val="accent2">
                    <a:lumMod val="50000"/>
                  </a:schemeClr>
                </a:solidFill>
              </a:rPr>
              <a:t>SELECT</a:t>
            </a:r>
            <a:r>
              <a:rPr lang="en-US" b="1" i="1" dirty="0">
                <a:solidFill>
                  <a:schemeClr val="accent1">
                    <a:lumMod val="75000"/>
                  </a:schemeClr>
                </a:solidFill>
              </a:rPr>
              <a:t> employees.emp_no, employees.first_name, employees.last_name,</a:t>
            </a:r>
          </a:p>
          <a:p>
            <a:r>
              <a:rPr lang="en-US" b="1" i="1" dirty="0">
                <a:solidFill>
                  <a:schemeClr val="accent1">
                    <a:lumMod val="75000"/>
                  </a:schemeClr>
                </a:solidFill>
              </a:rPr>
              <a:t>salaries.salary </a:t>
            </a:r>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JOIN</a:t>
            </a:r>
            <a:r>
              <a:rPr lang="en-US" b="1" i="1" dirty="0">
                <a:solidFill>
                  <a:schemeClr val="accent1">
                    <a:lumMod val="75000"/>
                  </a:schemeClr>
                </a:solidFill>
              </a:rPr>
              <a:t> salaries </a:t>
            </a:r>
            <a:r>
              <a:rPr lang="en-US" b="1" i="1" dirty="0">
                <a:solidFill>
                  <a:schemeClr val="accent2">
                    <a:lumMod val="50000"/>
                  </a:schemeClr>
                </a:solidFill>
              </a:rPr>
              <a:t>ON</a:t>
            </a:r>
            <a:r>
              <a:rPr lang="en-US" b="1" i="1" dirty="0">
                <a:solidFill>
                  <a:schemeClr val="accent1">
                    <a:lumMod val="75000"/>
                  </a:schemeClr>
                </a:solidFill>
              </a:rPr>
              <a:t> employees.emp_no= salaries.emp_no</a:t>
            </a:r>
          </a:p>
          <a:p>
            <a:r>
              <a:rPr lang="en-US" b="1" i="1" dirty="0">
                <a:solidFill>
                  <a:schemeClr val="accent2">
                    <a:lumMod val="50000"/>
                  </a:schemeClr>
                </a:solidFill>
              </a:rPr>
              <a:t>WHERE</a:t>
            </a:r>
            <a:r>
              <a:rPr lang="en-US" b="1" i="1" dirty="0">
                <a:solidFill>
                  <a:schemeClr val="accent1">
                    <a:lumMod val="75000"/>
                  </a:schemeClr>
                </a:solidFill>
              </a:rPr>
              <a:t> salary&gt;'60000'</a:t>
            </a:r>
          </a:p>
        </p:txBody>
      </p:sp>
      <p:sp>
        <p:nvSpPr>
          <p:cNvPr id="7" name="TextBox 6">
            <a:extLst>
              <a:ext uri="{FF2B5EF4-FFF2-40B4-BE49-F238E27FC236}">
                <a16:creationId xmlns:a16="http://schemas.microsoft.com/office/drawing/2014/main" id="{624F15EC-A486-2654-1470-E44B8DF34EFD}"/>
              </a:ext>
            </a:extLst>
          </p:cNvPr>
          <p:cNvSpPr txBox="1"/>
          <p:nvPr/>
        </p:nvSpPr>
        <p:spPr>
          <a:xfrm>
            <a:off x="3927423" y="4825751"/>
            <a:ext cx="7105339" cy="2031325"/>
          </a:xfrm>
          <a:prstGeom prst="rect">
            <a:avLst/>
          </a:prstGeom>
          <a:noFill/>
        </p:spPr>
        <p:txBody>
          <a:bodyPr wrap="square" rtlCol="0">
            <a:spAutoFit/>
          </a:bodyPr>
          <a:lstStyle/>
          <a:p>
            <a:r>
              <a:rPr lang="en-US" b="1" i="1" dirty="0">
                <a:solidFill>
                  <a:schemeClr val="accent2">
                    <a:lumMod val="50000"/>
                  </a:schemeClr>
                </a:solidFill>
              </a:rPr>
              <a:t>SELECT COUNT</a:t>
            </a:r>
            <a:r>
              <a:rPr lang="en-US" b="1" i="1" dirty="0">
                <a:solidFill>
                  <a:schemeClr val="accent1">
                    <a:lumMod val="75000"/>
                  </a:schemeClr>
                </a:solidFill>
              </a:rPr>
              <a:t>(employees.emp_no) </a:t>
            </a:r>
            <a:r>
              <a:rPr lang="en-US" b="1" i="1" dirty="0">
                <a:solidFill>
                  <a:schemeClr val="accent2">
                    <a:lumMod val="50000"/>
                  </a:schemeClr>
                </a:solidFill>
              </a:rPr>
              <a:t>AS</a:t>
            </a:r>
            <a:r>
              <a:rPr lang="en-US" b="1" i="1" dirty="0">
                <a:solidFill>
                  <a:schemeClr val="accent1">
                    <a:lumMod val="75000"/>
                  </a:schemeClr>
                </a:solidFill>
              </a:rPr>
              <a:t> total_snr_manager </a:t>
            </a:r>
            <a:r>
              <a:rPr lang="en-US" b="1" i="1" dirty="0">
                <a:solidFill>
                  <a:schemeClr val="accent2">
                    <a:lumMod val="50000"/>
                  </a:schemeClr>
                </a:solidFill>
              </a:rPr>
              <a:t>FROM</a:t>
            </a:r>
            <a:r>
              <a:rPr lang="en-US" b="1" i="1" dirty="0">
                <a:solidFill>
                  <a:schemeClr val="accent1">
                    <a:lumMod val="75000"/>
                  </a:schemeClr>
                </a:solidFill>
              </a:rPr>
              <a:t> employees</a:t>
            </a:r>
          </a:p>
          <a:p>
            <a:r>
              <a:rPr lang="en-US" b="1" i="1" dirty="0">
                <a:solidFill>
                  <a:schemeClr val="accent2">
                    <a:lumMod val="50000"/>
                  </a:schemeClr>
                </a:solidFill>
              </a:rPr>
              <a:t>JOIN</a:t>
            </a:r>
            <a:r>
              <a:rPr lang="en-US" b="1" i="1" dirty="0">
                <a:solidFill>
                  <a:schemeClr val="accent1">
                    <a:lumMod val="75000"/>
                  </a:schemeClr>
                </a:solidFill>
              </a:rPr>
              <a:t> employee_titles </a:t>
            </a:r>
            <a:r>
              <a:rPr lang="en-US" b="1" i="1" dirty="0">
                <a:solidFill>
                  <a:schemeClr val="accent2">
                    <a:lumMod val="50000"/>
                  </a:schemeClr>
                </a:solidFill>
              </a:rPr>
              <a:t>ON</a:t>
            </a:r>
            <a:r>
              <a:rPr lang="en-US" b="1" i="1" dirty="0">
                <a:solidFill>
                  <a:schemeClr val="accent1">
                    <a:lumMod val="75000"/>
                  </a:schemeClr>
                </a:solidFill>
              </a:rPr>
              <a:t> employees.emp_no= employee_titles.emp_no</a:t>
            </a:r>
          </a:p>
          <a:p>
            <a:r>
              <a:rPr lang="en-US" b="1" i="1" dirty="0">
                <a:solidFill>
                  <a:schemeClr val="accent2">
                    <a:lumMod val="50000"/>
                  </a:schemeClr>
                </a:solidFill>
              </a:rPr>
              <a:t>JOIN </a:t>
            </a:r>
            <a:r>
              <a:rPr lang="en-US" b="1" i="1" dirty="0">
                <a:solidFill>
                  <a:schemeClr val="accent1">
                    <a:lumMod val="75000"/>
                  </a:schemeClr>
                </a:solidFill>
              </a:rPr>
              <a:t>dept_emp </a:t>
            </a:r>
            <a:r>
              <a:rPr lang="en-US" b="1" i="1" dirty="0">
                <a:solidFill>
                  <a:schemeClr val="accent2">
                    <a:lumMod val="50000"/>
                  </a:schemeClr>
                </a:solidFill>
              </a:rPr>
              <a:t>ON</a:t>
            </a:r>
            <a:r>
              <a:rPr lang="en-US" b="1" i="1" dirty="0">
                <a:solidFill>
                  <a:schemeClr val="accent1">
                    <a:lumMod val="75000"/>
                  </a:schemeClr>
                </a:solidFill>
              </a:rPr>
              <a:t> employees.emp_no= dept_emp.emp_no</a:t>
            </a:r>
          </a:p>
          <a:p>
            <a:r>
              <a:rPr lang="en-US" b="1" i="1" dirty="0">
                <a:solidFill>
                  <a:schemeClr val="accent2">
                    <a:lumMod val="50000"/>
                  </a:schemeClr>
                </a:solidFill>
              </a:rPr>
              <a:t>JOIN</a:t>
            </a:r>
            <a:r>
              <a:rPr lang="en-US" b="1" i="1" dirty="0">
                <a:solidFill>
                  <a:schemeClr val="accent1">
                    <a:lumMod val="75000"/>
                  </a:schemeClr>
                </a:solidFill>
              </a:rPr>
              <a:t> departments </a:t>
            </a:r>
            <a:r>
              <a:rPr lang="en-US" b="1" i="1" dirty="0">
                <a:solidFill>
                  <a:schemeClr val="accent2">
                    <a:lumMod val="50000"/>
                  </a:schemeClr>
                </a:solidFill>
              </a:rPr>
              <a:t>ON</a:t>
            </a:r>
            <a:r>
              <a:rPr lang="en-US" b="1" i="1" dirty="0">
                <a:solidFill>
                  <a:schemeClr val="accent1">
                    <a:lumMod val="75000"/>
                  </a:schemeClr>
                </a:solidFill>
              </a:rPr>
              <a:t> dept_emp.dept_no= departments.dept_no </a:t>
            </a:r>
            <a:r>
              <a:rPr lang="en-US" b="1" i="1" dirty="0">
                <a:solidFill>
                  <a:schemeClr val="accent2">
                    <a:lumMod val="50000"/>
                  </a:schemeClr>
                </a:solidFill>
              </a:rPr>
              <a:t>WHERE</a:t>
            </a:r>
            <a:r>
              <a:rPr lang="en-US" b="1" i="1" dirty="0">
                <a:solidFill>
                  <a:schemeClr val="accent1">
                    <a:lumMod val="75000"/>
                  </a:schemeClr>
                </a:solidFill>
              </a:rPr>
              <a:t> title='Senior Manager'</a:t>
            </a:r>
            <a:endParaRPr lang="en-US" dirty="0"/>
          </a:p>
        </p:txBody>
      </p:sp>
      <p:pic>
        <p:nvPicPr>
          <p:cNvPr id="8" name="Picture 7">
            <a:extLst>
              <a:ext uri="{FF2B5EF4-FFF2-40B4-BE49-F238E27FC236}">
                <a16:creationId xmlns:a16="http://schemas.microsoft.com/office/drawing/2014/main" id="{EF1D8A10-40B0-E7E4-5999-F69797A29A9C}"/>
              </a:ext>
            </a:extLst>
          </p:cNvPr>
          <p:cNvPicPr>
            <a:picLocks noChangeAspect="1"/>
          </p:cNvPicPr>
          <p:nvPr/>
        </p:nvPicPr>
        <p:blipFill>
          <a:blip r:embed="rId3"/>
          <a:stretch>
            <a:fillRect/>
          </a:stretch>
        </p:blipFill>
        <p:spPr>
          <a:xfrm>
            <a:off x="1216856" y="5148353"/>
            <a:ext cx="2348215" cy="921896"/>
          </a:xfrm>
          <a:prstGeom prst="rect">
            <a:avLst/>
          </a:prstGeom>
        </p:spPr>
      </p:pic>
    </p:spTree>
    <p:extLst>
      <p:ext uri="{BB962C8B-B14F-4D97-AF65-F5344CB8AC3E}">
        <p14:creationId xmlns:p14="http://schemas.microsoft.com/office/powerpoint/2010/main" val="2124301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ABD43-F73C-ECE5-C036-0D7B450A67D3}"/>
              </a:ext>
            </a:extLst>
          </p:cNvPr>
          <p:cNvSpPr>
            <a:spLocks noGrp="1"/>
          </p:cNvSpPr>
          <p:nvPr>
            <p:ph type="title"/>
          </p:nvPr>
        </p:nvSpPr>
        <p:spPr>
          <a:xfrm>
            <a:off x="2503356" y="239843"/>
            <a:ext cx="6770645" cy="1690557"/>
          </a:xfrm>
        </p:spPr>
        <p:txBody>
          <a:bodyPr>
            <a:normAutofit/>
          </a:bodyPr>
          <a:lstStyle/>
          <a:p>
            <a:r>
              <a:rPr lang="en-US" sz="4000" b="1" i="1" u="sng" dirty="0">
                <a:effectLst>
                  <a:outerShdw blurRad="38100" dist="38100" dir="2700000" algn="tl">
                    <a:srgbClr val="000000">
                      <a:alpha val="43137"/>
                    </a:srgbClr>
                  </a:outerShdw>
                </a:effectLst>
              </a:rPr>
              <a:t>ANALYSIS AND RESULT</a:t>
            </a:r>
            <a:endParaRPr lang="en-US" sz="4000" dirty="0"/>
          </a:p>
        </p:txBody>
      </p:sp>
      <p:sp>
        <p:nvSpPr>
          <p:cNvPr id="3" name="Content Placeholder 2">
            <a:extLst>
              <a:ext uri="{FF2B5EF4-FFF2-40B4-BE49-F238E27FC236}">
                <a16:creationId xmlns:a16="http://schemas.microsoft.com/office/drawing/2014/main" id="{2D188B28-DD1F-785B-B7BE-639EAEC7A737}"/>
              </a:ext>
            </a:extLst>
          </p:cNvPr>
          <p:cNvSpPr>
            <a:spLocks noGrp="1"/>
          </p:cNvSpPr>
          <p:nvPr>
            <p:ph idx="1"/>
          </p:nvPr>
        </p:nvSpPr>
        <p:spPr>
          <a:xfrm>
            <a:off x="677333" y="1379095"/>
            <a:ext cx="9980673" cy="4662267"/>
          </a:xfrm>
        </p:spPr>
        <p:txBody>
          <a:bodyPr/>
          <a:lstStyle/>
          <a:p>
            <a:r>
              <a:rPr lang="en-US" b="1" i="1" dirty="0">
                <a:solidFill>
                  <a:schemeClr val="accent1">
                    <a:lumMod val="75000"/>
                  </a:schemeClr>
                </a:solidFill>
              </a:rPr>
              <a:t>Query 15: Retrieve the employee number, first name, last name and salary of employees hired before the year 2005</a:t>
            </a:r>
          </a:p>
        </p:txBody>
      </p:sp>
      <p:sp>
        <p:nvSpPr>
          <p:cNvPr id="7" name="TextBox 6">
            <a:extLst>
              <a:ext uri="{FF2B5EF4-FFF2-40B4-BE49-F238E27FC236}">
                <a16:creationId xmlns:a16="http://schemas.microsoft.com/office/drawing/2014/main" id="{73E62A16-0CF0-1C26-48B9-521E4B217334}"/>
              </a:ext>
            </a:extLst>
          </p:cNvPr>
          <p:cNvSpPr txBox="1"/>
          <p:nvPr/>
        </p:nvSpPr>
        <p:spPr>
          <a:xfrm>
            <a:off x="5385476" y="2731379"/>
            <a:ext cx="5647285" cy="2308324"/>
          </a:xfrm>
          <a:prstGeom prst="rect">
            <a:avLst/>
          </a:prstGeom>
          <a:noFill/>
        </p:spPr>
        <p:txBody>
          <a:bodyPr wrap="square" rtlCol="0">
            <a:spAutoFit/>
          </a:bodyPr>
          <a:lstStyle/>
          <a:p>
            <a:r>
              <a:rPr lang="en-US" b="1" i="1" dirty="0">
                <a:solidFill>
                  <a:schemeClr val="accent2">
                    <a:lumMod val="50000"/>
                  </a:schemeClr>
                </a:solidFill>
              </a:rPr>
              <a:t>SELECT </a:t>
            </a:r>
            <a:r>
              <a:rPr lang="en-US" b="1" i="1" dirty="0">
                <a:solidFill>
                  <a:schemeClr val="accent1">
                    <a:lumMod val="75000"/>
                  </a:schemeClr>
                </a:solidFill>
              </a:rPr>
              <a:t>employees.emp_no, employees.first_name, employees.last_name,</a:t>
            </a:r>
          </a:p>
          <a:p>
            <a:r>
              <a:rPr lang="en-US" b="1" i="1" dirty="0">
                <a:solidFill>
                  <a:schemeClr val="accent1">
                    <a:lumMod val="75000"/>
                  </a:schemeClr>
                </a:solidFill>
              </a:rPr>
              <a:t>salaries.salary, hire_date</a:t>
            </a:r>
          </a:p>
          <a:p>
            <a:r>
              <a:rPr lang="en-US" b="1" i="1" dirty="0">
                <a:solidFill>
                  <a:schemeClr val="accent2">
                    <a:lumMod val="50000"/>
                  </a:schemeClr>
                </a:solidFill>
              </a:rPr>
              <a:t>FROM </a:t>
            </a:r>
            <a:r>
              <a:rPr lang="en-US" b="1" i="1" dirty="0">
                <a:solidFill>
                  <a:schemeClr val="accent1">
                    <a:lumMod val="75000"/>
                  </a:schemeClr>
                </a:solidFill>
              </a:rPr>
              <a:t>employees</a:t>
            </a:r>
          </a:p>
          <a:p>
            <a:r>
              <a:rPr lang="en-US" b="1" i="1" dirty="0">
                <a:solidFill>
                  <a:schemeClr val="accent2">
                    <a:lumMod val="50000"/>
                  </a:schemeClr>
                </a:solidFill>
              </a:rPr>
              <a:t>JOIN </a:t>
            </a:r>
            <a:r>
              <a:rPr lang="en-US" b="1" i="1" dirty="0">
                <a:solidFill>
                  <a:schemeClr val="accent1">
                    <a:lumMod val="75000"/>
                  </a:schemeClr>
                </a:solidFill>
              </a:rPr>
              <a:t>salaries</a:t>
            </a:r>
            <a:r>
              <a:rPr lang="en-US" b="1" i="1" dirty="0">
                <a:solidFill>
                  <a:schemeClr val="accent2">
                    <a:lumMod val="50000"/>
                  </a:schemeClr>
                </a:solidFill>
              </a:rPr>
              <a:t> ON </a:t>
            </a:r>
            <a:r>
              <a:rPr lang="en-US" b="1" i="1" dirty="0">
                <a:solidFill>
                  <a:schemeClr val="accent1">
                    <a:lumMod val="75000"/>
                  </a:schemeClr>
                </a:solidFill>
              </a:rPr>
              <a:t>employees.emp_no= salaries.emp_no</a:t>
            </a:r>
          </a:p>
          <a:p>
            <a:r>
              <a:rPr lang="en-US" b="1" i="1" dirty="0">
                <a:solidFill>
                  <a:schemeClr val="accent2">
                    <a:lumMod val="50000"/>
                  </a:schemeClr>
                </a:solidFill>
              </a:rPr>
              <a:t>WHERE </a:t>
            </a:r>
            <a:r>
              <a:rPr lang="en-US" b="1" i="1" dirty="0">
                <a:solidFill>
                  <a:schemeClr val="accent1">
                    <a:lumMod val="75000"/>
                  </a:schemeClr>
                </a:solidFill>
              </a:rPr>
              <a:t>hire_date&lt;'2005-01-01</a:t>
            </a:r>
            <a:r>
              <a:rPr lang="en-US" b="1" i="1" dirty="0">
                <a:solidFill>
                  <a:schemeClr val="accent2">
                    <a:lumMod val="50000"/>
                  </a:schemeClr>
                </a:solidFill>
              </a:rPr>
              <a:t>’</a:t>
            </a:r>
          </a:p>
          <a:p>
            <a:r>
              <a:rPr lang="en-US" b="1" i="1" dirty="0">
                <a:solidFill>
                  <a:schemeClr val="accent2">
                    <a:lumMod val="50000"/>
                  </a:schemeClr>
                </a:solidFill>
              </a:rPr>
              <a:t>ORDER BY </a:t>
            </a:r>
            <a:r>
              <a:rPr lang="en-US" b="1" i="1" dirty="0">
                <a:solidFill>
                  <a:schemeClr val="accent1">
                    <a:lumMod val="75000"/>
                  </a:schemeClr>
                </a:solidFill>
              </a:rPr>
              <a:t>hire_date</a:t>
            </a:r>
            <a:r>
              <a:rPr lang="en-US" b="1" i="1" dirty="0">
                <a:solidFill>
                  <a:schemeClr val="accent2">
                    <a:lumMod val="50000"/>
                  </a:schemeClr>
                </a:solidFill>
              </a:rPr>
              <a:t> ASC</a:t>
            </a:r>
          </a:p>
        </p:txBody>
      </p:sp>
      <p:pic>
        <p:nvPicPr>
          <p:cNvPr id="9" name="Picture 8">
            <a:extLst>
              <a:ext uri="{FF2B5EF4-FFF2-40B4-BE49-F238E27FC236}">
                <a16:creationId xmlns:a16="http://schemas.microsoft.com/office/drawing/2014/main" id="{22E07A8C-C1CE-E8FE-3EFD-5A4C54044EE1}"/>
              </a:ext>
            </a:extLst>
          </p:cNvPr>
          <p:cNvPicPr>
            <a:picLocks noChangeAspect="1"/>
          </p:cNvPicPr>
          <p:nvPr/>
        </p:nvPicPr>
        <p:blipFill>
          <a:blip r:embed="rId2"/>
          <a:stretch>
            <a:fillRect/>
          </a:stretch>
        </p:blipFill>
        <p:spPr>
          <a:xfrm>
            <a:off x="448471" y="2627913"/>
            <a:ext cx="4708143" cy="2164630"/>
          </a:xfrm>
          <a:prstGeom prst="rect">
            <a:avLst/>
          </a:prstGeom>
        </p:spPr>
      </p:pic>
    </p:spTree>
    <p:extLst>
      <p:ext uri="{BB962C8B-B14F-4D97-AF65-F5344CB8AC3E}">
        <p14:creationId xmlns:p14="http://schemas.microsoft.com/office/powerpoint/2010/main" val="2462923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0D80-EC18-A7A2-340B-6C6B5D2BFE79}"/>
              </a:ext>
            </a:extLst>
          </p:cNvPr>
          <p:cNvSpPr>
            <a:spLocks noGrp="1"/>
          </p:cNvSpPr>
          <p:nvPr>
            <p:ph type="title"/>
          </p:nvPr>
        </p:nvSpPr>
        <p:spPr>
          <a:xfrm>
            <a:off x="2323475" y="284813"/>
            <a:ext cx="6950527" cy="1124262"/>
          </a:xfrm>
        </p:spPr>
        <p:txBody>
          <a:bodyPr>
            <a:normAutofit fontScale="90000"/>
          </a:bodyPr>
          <a:lstStyle/>
          <a:p>
            <a:r>
              <a:rPr lang="en-US" sz="4400" b="1" i="1" u="sng" dirty="0">
                <a:effectLst>
                  <a:outerShdw blurRad="38100" dist="38100" dir="2700000" algn="tl">
                    <a:srgbClr val="000000">
                      <a:alpha val="43137"/>
                    </a:srgbClr>
                  </a:outerShdw>
                </a:effectLst>
              </a:rPr>
              <a:t>RECOMMENDATION</a:t>
            </a:r>
            <a:br>
              <a:rPr lang="en-US" sz="4000" b="1" i="1" u="sng" dirty="0">
                <a:effectLst>
                  <a:outerShdw blurRad="38100" dist="38100" dir="2700000" algn="tl">
                    <a:srgbClr val="000000">
                      <a:alpha val="43137"/>
                    </a:srgbClr>
                  </a:outerShdw>
                </a:effectLst>
              </a:rPr>
            </a:br>
            <a:endParaRPr lang="en-US" sz="4000" b="1" i="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CA088869-F511-B08A-22A6-4D19FA295E2E}"/>
              </a:ext>
            </a:extLst>
          </p:cNvPr>
          <p:cNvSpPr>
            <a:spLocks noGrp="1"/>
          </p:cNvSpPr>
          <p:nvPr>
            <p:ph idx="1"/>
          </p:nvPr>
        </p:nvSpPr>
        <p:spPr>
          <a:xfrm>
            <a:off x="677334" y="1409075"/>
            <a:ext cx="8596668" cy="4632287"/>
          </a:xfrm>
        </p:spPr>
        <p:txBody>
          <a:bodyPr/>
          <a:lstStyle/>
          <a:p>
            <a:r>
              <a:rPr lang="en-US" sz="2000" b="1" i="1" dirty="0">
                <a:solidFill>
                  <a:schemeClr val="accent1">
                    <a:lumMod val="75000"/>
                  </a:schemeClr>
                </a:solidFill>
              </a:rPr>
              <a:t>INTEGRATE PERFORMANCE METRICS AND EMPLOYEE FEEDBACK: This can further refine workforce optimization strategies</a:t>
            </a:r>
            <a:r>
              <a:rPr lang="en-US" sz="1800" b="1" i="1" dirty="0">
                <a:solidFill>
                  <a:schemeClr val="accent1">
                    <a:lumMod val="75000"/>
                  </a:schemeClr>
                </a:solidFill>
              </a:rPr>
              <a:t>.</a:t>
            </a:r>
          </a:p>
          <a:p>
            <a:r>
              <a:rPr lang="en-US" sz="2000" b="1" i="1" dirty="0">
                <a:solidFill>
                  <a:schemeClr val="accent1">
                    <a:lumMod val="75000"/>
                  </a:schemeClr>
                </a:solidFill>
              </a:rPr>
              <a:t>IMPROVE DATA INTEGRITY: It is important to ensure that data is consistently updated and accurate, especially for employee roles, salaries and department details.</a:t>
            </a:r>
          </a:p>
          <a:p>
            <a:r>
              <a:rPr lang="en-US" sz="2000" b="1" i="1" dirty="0">
                <a:solidFill>
                  <a:schemeClr val="accent1">
                    <a:lumMod val="75000"/>
                  </a:schemeClr>
                </a:solidFill>
              </a:rPr>
              <a:t>REGULAR DATA AUDITS: Conduct periodic checks to validate the accuracy of employee details.</a:t>
            </a:r>
          </a:p>
          <a:p>
            <a:r>
              <a:rPr lang="en-US" sz="2000" b="1" i="1" dirty="0">
                <a:solidFill>
                  <a:schemeClr val="accent1">
                    <a:lumMod val="75000"/>
                  </a:schemeClr>
                </a:solidFill>
              </a:rPr>
              <a:t>ROLE-BASED ACCESS CONTROL: Implement security measures to restrict access to sensitive employee data based on user roles.</a:t>
            </a:r>
          </a:p>
        </p:txBody>
      </p:sp>
    </p:spTree>
    <p:extLst>
      <p:ext uri="{BB962C8B-B14F-4D97-AF65-F5344CB8AC3E}">
        <p14:creationId xmlns:p14="http://schemas.microsoft.com/office/powerpoint/2010/main" val="3727845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9399E-89F0-F594-59D0-2C4337762EE9}"/>
              </a:ext>
            </a:extLst>
          </p:cNvPr>
          <p:cNvSpPr>
            <a:spLocks noGrp="1"/>
          </p:cNvSpPr>
          <p:nvPr>
            <p:ph type="title"/>
          </p:nvPr>
        </p:nvSpPr>
        <p:spPr>
          <a:xfrm>
            <a:off x="2938072" y="149902"/>
            <a:ext cx="6335930" cy="779488"/>
          </a:xfrm>
        </p:spPr>
        <p:txBody>
          <a:bodyPr>
            <a:normAutofit/>
          </a:bodyPr>
          <a:lstStyle/>
          <a:p>
            <a:r>
              <a:rPr lang="en-US" sz="4000" b="1" i="1" u="sng" dirty="0">
                <a:effectLst>
                  <a:outerShdw blurRad="38100" dist="38100" dir="2700000" algn="tl">
                    <a:srgbClr val="000000">
                      <a:alpha val="43137"/>
                    </a:srgbClr>
                  </a:outerShdw>
                </a:effectLst>
              </a:rPr>
              <a:t>LIMITATION</a:t>
            </a:r>
          </a:p>
        </p:txBody>
      </p:sp>
      <p:sp>
        <p:nvSpPr>
          <p:cNvPr id="3" name="Content Placeholder 2">
            <a:extLst>
              <a:ext uri="{FF2B5EF4-FFF2-40B4-BE49-F238E27FC236}">
                <a16:creationId xmlns:a16="http://schemas.microsoft.com/office/drawing/2014/main" id="{160F4906-1A9A-97DB-DB55-6DC1546852A0}"/>
              </a:ext>
            </a:extLst>
          </p:cNvPr>
          <p:cNvSpPr>
            <a:spLocks noGrp="1"/>
          </p:cNvSpPr>
          <p:nvPr>
            <p:ph idx="1"/>
          </p:nvPr>
        </p:nvSpPr>
        <p:spPr>
          <a:xfrm>
            <a:off x="677334" y="1184223"/>
            <a:ext cx="8596668" cy="4857139"/>
          </a:xfrm>
        </p:spPr>
        <p:txBody>
          <a:bodyPr/>
          <a:lstStyle/>
          <a:p>
            <a:r>
              <a:rPr lang="en-US" sz="2000" b="1" i="1" dirty="0">
                <a:solidFill>
                  <a:schemeClr val="accent1">
                    <a:lumMod val="75000"/>
                  </a:schemeClr>
                </a:solidFill>
              </a:rPr>
              <a:t>STATIC DATA: This analysis is based on a fixed data set and does not account for real time updates or historical changes doesn’t fully capture long term trends.</a:t>
            </a:r>
          </a:p>
          <a:p>
            <a:r>
              <a:rPr lang="en-US" sz="2000" b="1" i="1" dirty="0">
                <a:solidFill>
                  <a:schemeClr val="accent1">
                    <a:lumMod val="75000"/>
                  </a:schemeClr>
                </a:solidFill>
              </a:rPr>
              <a:t>NO PERFORMANCE METRICS: The queries focused on employee roles, departments and salaries but do not include performance metrics.</a:t>
            </a:r>
          </a:p>
          <a:p>
            <a:r>
              <a:rPr lang="en-US" sz="2000" b="1" i="1" dirty="0">
                <a:solidFill>
                  <a:schemeClr val="accent1">
                    <a:lumMod val="75000"/>
                  </a:schemeClr>
                </a:solidFill>
              </a:rPr>
              <a:t>MISSING RECORDS: Some departments do not have employee and salary records.</a:t>
            </a:r>
          </a:p>
          <a:p>
            <a:r>
              <a:rPr lang="en-US" sz="2000" b="1" i="1" dirty="0">
                <a:solidFill>
                  <a:schemeClr val="accent1">
                    <a:lumMod val="75000"/>
                  </a:schemeClr>
                </a:solidFill>
              </a:rPr>
              <a:t>POTENTIAL DATA INCONSISTENCIES: If employee records are not regularly updated, insights may not reflect the current organizational structure.</a:t>
            </a:r>
          </a:p>
        </p:txBody>
      </p:sp>
    </p:spTree>
    <p:extLst>
      <p:ext uri="{BB962C8B-B14F-4D97-AF65-F5344CB8AC3E}">
        <p14:creationId xmlns:p14="http://schemas.microsoft.com/office/powerpoint/2010/main" val="4070892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455A-327C-96D7-339E-EEAE7F4D9B5D}"/>
              </a:ext>
            </a:extLst>
          </p:cNvPr>
          <p:cNvSpPr>
            <a:spLocks noGrp="1"/>
          </p:cNvSpPr>
          <p:nvPr>
            <p:ph type="title"/>
          </p:nvPr>
        </p:nvSpPr>
        <p:spPr>
          <a:xfrm>
            <a:off x="3028012" y="284814"/>
            <a:ext cx="6245989" cy="914400"/>
          </a:xfrm>
        </p:spPr>
        <p:txBody>
          <a:bodyPr>
            <a:normAutofit/>
          </a:bodyPr>
          <a:lstStyle/>
          <a:p>
            <a:r>
              <a:rPr lang="en-US" sz="4000" b="1" i="1" u="sng" dirty="0">
                <a:effectLst>
                  <a:outerShdw blurRad="38100" dist="38100" dir="2700000" algn="tl">
                    <a:srgbClr val="000000">
                      <a:alpha val="43137"/>
                    </a:srgbClr>
                  </a:outerShdw>
                </a:effectLst>
              </a:rPr>
              <a:t>CONCLUSION</a:t>
            </a:r>
          </a:p>
        </p:txBody>
      </p:sp>
      <p:sp>
        <p:nvSpPr>
          <p:cNvPr id="3" name="Content Placeholder 2">
            <a:extLst>
              <a:ext uri="{FF2B5EF4-FFF2-40B4-BE49-F238E27FC236}">
                <a16:creationId xmlns:a16="http://schemas.microsoft.com/office/drawing/2014/main" id="{441B6D6B-8D53-083E-6E1C-486F4D3A0053}"/>
              </a:ext>
            </a:extLst>
          </p:cNvPr>
          <p:cNvSpPr>
            <a:spLocks noGrp="1"/>
          </p:cNvSpPr>
          <p:nvPr>
            <p:ph idx="1"/>
          </p:nvPr>
        </p:nvSpPr>
        <p:spPr>
          <a:xfrm>
            <a:off x="677334" y="1409075"/>
            <a:ext cx="8596668" cy="4632288"/>
          </a:xfrm>
        </p:spPr>
        <p:txBody>
          <a:bodyPr>
            <a:normAutofit/>
          </a:bodyPr>
          <a:lstStyle/>
          <a:p>
            <a:r>
              <a:rPr lang="en-US" sz="2000" b="1" i="1" dirty="0">
                <a:solidFill>
                  <a:schemeClr val="accent1">
                    <a:lumMod val="75000"/>
                  </a:schemeClr>
                </a:solidFill>
              </a:rPr>
              <a:t>This analysis provided key takeaways in workforce demographics, salary disparities and organizational structure, providing a foundation for strategic decision making. By leveraging SQL for data extraction, businesses can identify opportunities to optimize compensation models, improve resource allocation and enhance employee satisfaction</a:t>
            </a:r>
            <a:r>
              <a:rPr lang="en-US" sz="2400" b="1" i="1" dirty="0">
                <a:solidFill>
                  <a:schemeClr val="accent1">
                    <a:lumMod val="75000"/>
                  </a:schemeClr>
                </a:solidFill>
              </a:rPr>
              <a:t>. </a:t>
            </a:r>
          </a:p>
        </p:txBody>
      </p:sp>
    </p:spTree>
    <p:extLst>
      <p:ext uri="{BB962C8B-B14F-4D97-AF65-F5344CB8AC3E}">
        <p14:creationId xmlns:p14="http://schemas.microsoft.com/office/powerpoint/2010/main" val="2651438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3" name="Group 92">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4" name="Straight Connector 93">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6"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7"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98" name="Rectangle 97">
            <a:extLst>
              <a:ext uri="{FF2B5EF4-FFF2-40B4-BE49-F238E27FC236}">
                <a16:creationId xmlns:a16="http://schemas.microsoft.com/office/drawing/2014/main" id="{0ADFFC45-3DC9-4433-926F-043E879D9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9" name="Group 98">
            <a:extLst>
              <a:ext uri="{FF2B5EF4-FFF2-40B4-BE49-F238E27FC236}">
                <a16:creationId xmlns:a16="http://schemas.microsoft.com/office/drawing/2014/main" id="{B5F26A87-0610-435F-AA13-BD658385C9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67230" y="-8468"/>
            <a:ext cx="4763558" cy="6866467"/>
            <a:chOff x="67175" y="-8467"/>
            <a:chExt cx="4763558" cy="6866467"/>
          </a:xfrm>
        </p:grpSpPr>
        <p:cxnSp>
          <p:nvCxnSpPr>
            <p:cNvPr id="100" name="Straight Connector 99">
              <a:extLst>
                <a:ext uri="{FF2B5EF4-FFF2-40B4-BE49-F238E27FC236}">
                  <a16:creationId xmlns:a16="http://schemas.microsoft.com/office/drawing/2014/main" id="{E6321436-5AAD-4FB6-BB0D-316D4540E8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1" name="Straight Connector 100">
              <a:extLst>
                <a:ext uri="{FF2B5EF4-FFF2-40B4-BE49-F238E27FC236}">
                  <a16:creationId xmlns:a16="http://schemas.microsoft.com/office/drawing/2014/main" id="{94B0BD33-3D46-4F43-947A-825DFEF610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02" name="Rectangle 23">
              <a:extLst>
                <a:ext uri="{FF2B5EF4-FFF2-40B4-BE49-F238E27FC236}">
                  <a16:creationId xmlns:a16="http://schemas.microsoft.com/office/drawing/2014/main" id="{92E26C27-E1F5-47DC-9F83-469D196C5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 name="Rectangle 25">
              <a:extLst>
                <a:ext uri="{FF2B5EF4-FFF2-40B4-BE49-F238E27FC236}">
                  <a16:creationId xmlns:a16="http://schemas.microsoft.com/office/drawing/2014/main" id="{95F944E7-2B4E-4AE2-B4DB-846FF8AE0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 name="Isosceles Triangle 103">
              <a:extLst>
                <a:ext uri="{FF2B5EF4-FFF2-40B4-BE49-F238E27FC236}">
                  <a16:creationId xmlns:a16="http://schemas.microsoft.com/office/drawing/2014/main" id="{FF14952D-390F-46CC-B302-73DDD9C4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5" name="Rectangle 27">
              <a:extLst>
                <a:ext uri="{FF2B5EF4-FFF2-40B4-BE49-F238E27FC236}">
                  <a16:creationId xmlns:a16="http://schemas.microsoft.com/office/drawing/2014/main" id="{867CDE55-B22A-40D0-882A-9452919EEC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Isosceles Triangle 105">
              <a:extLst>
                <a:ext uri="{FF2B5EF4-FFF2-40B4-BE49-F238E27FC236}">
                  <a16:creationId xmlns:a16="http://schemas.microsoft.com/office/drawing/2014/main" id="{8C409231-C942-4808-B529-DAC32A7DB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3AD59450-F945-C33A-032C-C0FB64599097}"/>
              </a:ext>
            </a:extLst>
          </p:cNvPr>
          <p:cNvSpPr>
            <a:spLocks noGrp="1"/>
          </p:cNvSpPr>
          <p:nvPr>
            <p:ph type="title"/>
          </p:nvPr>
        </p:nvSpPr>
        <p:spPr>
          <a:xfrm>
            <a:off x="677335" y="1282701"/>
            <a:ext cx="5096060" cy="4307148"/>
          </a:xfrm>
        </p:spPr>
        <p:txBody>
          <a:bodyPr vert="horz" lIns="91440" tIns="45720" rIns="91440" bIns="45720" rtlCol="0" anchor="ctr">
            <a:normAutofit/>
          </a:bodyPr>
          <a:lstStyle/>
          <a:p>
            <a:pPr algn="r"/>
            <a:r>
              <a:rPr lang="en-US" sz="6000" b="1" i="1" u="sng" dirty="0">
                <a:effectLst>
                  <a:outerShdw blurRad="38100" dist="38100" dir="2700000" algn="tl">
                    <a:srgbClr val="000000">
                      <a:alpha val="43137"/>
                    </a:srgbClr>
                  </a:outerShdw>
                </a:effectLst>
              </a:rPr>
              <a:t>THANK YOU</a:t>
            </a:r>
          </a:p>
        </p:txBody>
      </p:sp>
      <p:sp>
        <p:nvSpPr>
          <p:cNvPr id="107" name="Freeform: Shape 106">
            <a:extLst>
              <a:ext uri="{FF2B5EF4-FFF2-40B4-BE49-F238E27FC236}">
                <a16:creationId xmlns:a16="http://schemas.microsoft.com/office/drawing/2014/main" id="{69370F01-B8C9-4CE4-824C-92B2792E6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6497" y="-8468"/>
            <a:ext cx="5074930" cy="6866468"/>
          </a:xfrm>
          <a:custGeom>
            <a:avLst/>
            <a:gdLst>
              <a:gd name="connsiteX0" fmla="*/ 0 w 5074930"/>
              <a:gd name="connsiteY0" fmla="*/ 0 h 6858000"/>
              <a:gd name="connsiteX1" fmla="*/ 1249825 w 5074930"/>
              <a:gd name="connsiteY1" fmla="*/ 0 h 6858000"/>
              <a:gd name="connsiteX2" fmla="*/ 1249825 w 5074930"/>
              <a:gd name="connsiteY2" fmla="*/ 8457 h 6858000"/>
              <a:gd name="connsiteX3" fmla="*/ 5074930 w 5074930"/>
              <a:gd name="connsiteY3" fmla="*/ 8457 h 6858000"/>
              <a:gd name="connsiteX4" fmla="*/ 5074930 w 5074930"/>
              <a:gd name="connsiteY4" fmla="*/ 6858000 h 6858000"/>
              <a:gd name="connsiteX5" fmla="*/ 1249825 w 5074930"/>
              <a:gd name="connsiteY5" fmla="*/ 6858000 h 6858000"/>
              <a:gd name="connsiteX6" fmla="*/ 1109383 w 507493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4930" h="6858000">
                <a:moveTo>
                  <a:pt x="0" y="0"/>
                </a:moveTo>
                <a:lnTo>
                  <a:pt x="1249825" y="0"/>
                </a:lnTo>
                <a:lnTo>
                  <a:pt x="1249825" y="8457"/>
                </a:lnTo>
                <a:lnTo>
                  <a:pt x="5074930" y="8457"/>
                </a:lnTo>
                <a:lnTo>
                  <a:pt x="5074930" y="6858000"/>
                </a:lnTo>
                <a:lnTo>
                  <a:pt x="1249825" y="6858000"/>
                </a:lnTo>
                <a:lnTo>
                  <a:pt x="110938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1080748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415</TotalTime>
  <Words>1304</Words>
  <Application>Microsoft Office PowerPoint</Application>
  <PresentationFormat>Widescreen</PresentationFormat>
  <Paragraphs>156</Paragraphs>
  <Slides>19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Narrow</vt:lpstr>
      <vt:lpstr>Arial</vt:lpstr>
      <vt:lpstr>Trebuchet MS</vt:lpstr>
      <vt:lpstr>Wingdings 3</vt:lpstr>
      <vt:lpstr>Facet</vt:lpstr>
      <vt:lpstr>OPTIMIZING WORKFORCE EFFICIENCY: INSIGHTS FROM EMPLOYEE DATA ANALYSIS</vt:lpstr>
      <vt:lpstr>INTRODUCTION</vt:lpstr>
      <vt:lpstr>PROBLEM STATEMENT</vt:lpstr>
      <vt:lpstr>PROCESS WORKFLOW </vt:lpstr>
      <vt:lpstr>WORKFORCE SCHEMA DIAGRAM</vt:lpstr>
      <vt:lpstr>UNCLEAN DATA</vt:lpstr>
      <vt:lpstr>STEP-STEP PROCESS</vt:lpstr>
      <vt:lpstr>CLEANED DATA</vt:lpstr>
      <vt:lpstr>ANALYSIS AND RESULT</vt:lpstr>
      <vt:lpstr>ANALYSIS AND RESULT</vt:lpstr>
      <vt:lpstr>ANALYSIS AND RESULT</vt:lpstr>
      <vt:lpstr>ANALYSIS AND RESULT</vt:lpstr>
      <vt:lpstr>ANALYSIS AND RESULT</vt:lpstr>
      <vt:lpstr>ANALYSIS AND RESULT</vt:lpstr>
      <vt:lpstr>ANALYSIS AND RESULT</vt:lpstr>
      <vt:lpstr>RECOMMENDATION </vt:lpstr>
      <vt:lpstr>LIMITATION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Ebunoluwa King-Okuneye</dc:creator>
  <cp:lastModifiedBy>Ebunoluwa King-Okuneye</cp:lastModifiedBy>
  <cp:revision>1</cp:revision>
  <dcterms:created xsi:type="dcterms:W3CDTF">2025-03-24T12:04:05Z</dcterms:created>
  <dcterms:modified xsi:type="dcterms:W3CDTF">2025-04-08T09:36:42Z</dcterms:modified>
</cp:coreProperties>
</file>